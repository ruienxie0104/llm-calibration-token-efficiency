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87a08f79448fe" /><Relationship Type="http://schemas.openxmlformats.org/officeDocument/2006/relationships/extended-properties" Target="/docProps/app.xml" Id="Rf51110b293f3498d" /><Relationship Type="http://schemas.openxmlformats.org/officeDocument/2006/relationships/officeDocument" Target="/ppt/presentation.xml" Id="R71adf78fd31243f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03b252f4f4d4989"/>
  </p:sldMasterIdLst>
  <p:notesMasterIdLst>
    <p:notesMasterId xmlns:r="http://schemas.openxmlformats.org/officeDocument/2006/relationships" r:id="R980813da7c134a56"/>
  </p:notesMasterIdLst>
  <p:sldIdLst>
    <p:sldId xmlns:r="http://schemas.openxmlformats.org/officeDocument/2006/relationships" id="256" r:id="R07d56bde83ae4f45"/>
    <p:sldId xmlns:r="http://schemas.openxmlformats.org/officeDocument/2006/relationships" id="257" r:id="Rd63aa8cc4d08451e"/>
    <p:sldId xmlns:r="http://schemas.openxmlformats.org/officeDocument/2006/relationships" id="258" r:id="R7d473b6ce9bf47bc"/>
    <p:sldId xmlns:r="http://schemas.openxmlformats.org/officeDocument/2006/relationships" id="259" r:id="Re0ea70e271614361"/>
    <p:sldId xmlns:r="http://schemas.openxmlformats.org/officeDocument/2006/relationships" id="260" r:id="Rad618a62adf74faf"/>
    <p:sldId xmlns:r="http://schemas.openxmlformats.org/officeDocument/2006/relationships" id="261" r:id="R66649dd626cf46ce"/>
    <p:sldId xmlns:r="http://schemas.openxmlformats.org/officeDocument/2006/relationships" id="262" r:id="R121762857f7d4e7a"/>
    <p:sldId xmlns:r="http://schemas.openxmlformats.org/officeDocument/2006/relationships" id="263" r:id="R7031e77fd6c94390"/>
    <p:sldId xmlns:r="http://schemas.openxmlformats.org/officeDocument/2006/relationships" id="264" r:id="Ra2712600dbb54e07"/>
    <p:sldId xmlns:r="http://schemas.openxmlformats.org/officeDocument/2006/relationships" id="265" r:id="R77ab84183f2f41bc"/>
    <p:sldId xmlns:r="http://schemas.openxmlformats.org/officeDocument/2006/relationships" id="266" r:id="R219a13fa5e214824"/>
    <p:sldId xmlns:r="http://schemas.openxmlformats.org/officeDocument/2006/relationships" id="267" r:id="R926606a9e4c84a11"/>
    <p:sldId xmlns:r="http://schemas.openxmlformats.org/officeDocument/2006/relationships" id="268" r:id="R8b73d1b70b754fab"/>
    <p:sldId xmlns:r="http://schemas.openxmlformats.org/officeDocument/2006/relationships" id="269" r:id="R1a43f8ab3dec4457"/>
    <p:sldId xmlns:r="http://schemas.openxmlformats.org/officeDocument/2006/relationships" id="270" r:id="R81a13f992ce1482b"/>
    <p:sldId xmlns:r="http://schemas.openxmlformats.org/officeDocument/2006/relationships" id="271" r:id="R7e4d4c16816b4ac6"/>
    <p:sldId xmlns:r="http://schemas.openxmlformats.org/officeDocument/2006/relationships" id="272" r:id="R613099c55f144d1a"/>
    <p:sldId xmlns:r="http://schemas.openxmlformats.org/officeDocument/2006/relationships" id="273" r:id="Rd1bd8d3913e848e4"/>
    <p:sldId xmlns:r="http://schemas.openxmlformats.org/officeDocument/2006/relationships" id="274" r:id="R54a6f30ee5d6480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6993d54391e04533"/>
      <p:bold xmlns:r="http://schemas.openxmlformats.org/officeDocument/2006/relationships" r:id="R002ae2cd7f2a4856"/>
      <p:italic xmlns:r="http://schemas.openxmlformats.org/officeDocument/2006/relationships" r:id="Rf1a625cb3b1d4254"/>
      <p:boldItalic xmlns:r="http://schemas.openxmlformats.org/officeDocument/2006/relationships" r:id="R3b5092bf424e48f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556f9e4f274694" /><Relationship Type="http://schemas.openxmlformats.org/officeDocument/2006/relationships/slideMaster" Target="/ppt/slideMasters/slideMaster1.xml" Id="Rc03b252f4f4d4989" /><Relationship Type="http://schemas.openxmlformats.org/officeDocument/2006/relationships/notesMaster" Target="/ppt/notesMasters/notesMaster1.xml" Id="R980813da7c134a56" /><Relationship Type="http://schemas.openxmlformats.org/officeDocument/2006/relationships/presProps" Target="/ppt/presProps.xml" Id="R3d584a5bcda848df" /><Relationship Type="http://schemas.openxmlformats.org/officeDocument/2006/relationships/viewProps" Target="/ppt/viewProps.xml" Id="R6deac7e5456f4fa7" /><Relationship Type="http://schemas.openxmlformats.org/officeDocument/2006/relationships/tableStyles" Target="/ppt/tableStyles.xml" Id="R5492112a7e21494b" /><Relationship Type="http://schemas.openxmlformats.org/officeDocument/2006/relationships/font" Target="/ppt/fonts/font.dat" Id="R6993d54391e04533" /><Relationship Type="http://schemas.openxmlformats.org/officeDocument/2006/relationships/font" Target="/ppt/fonts/font2.dat" Id="R002ae2cd7f2a4856" /><Relationship Type="http://schemas.openxmlformats.org/officeDocument/2006/relationships/font" Target="/ppt/fonts/font3.dat" Id="Rf1a625cb3b1d4254" /><Relationship Type="http://schemas.openxmlformats.org/officeDocument/2006/relationships/font" Target="/ppt/fonts/font4.dat" Id="R3b5092bf424e48fc" /><Relationship Type="http://schemas.openxmlformats.org/officeDocument/2006/relationships/slide" Target="/ppt/slides/slide1.xml" Id="R07d56bde83ae4f45" /><Relationship Type="http://schemas.openxmlformats.org/officeDocument/2006/relationships/slide" Target="/ppt/slides/slide2.xml" Id="Rd63aa8cc4d08451e" /><Relationship Type="http://schemas.openxmlformats.org/officeDocument/2006/relationships/slide" Target="/ppt/slides/slide3.xml" Id="R7d473b6ce9bf47bc" /><Relationship Type="http://schemas.openxmlformats.org/officeDocument/2006/relationships/slide" Target="/ppt/slides/slide4.xml" Id="Re0ea70e271614361" /><Relationship Type="http://schemas.openxmlformats.org/officeDocument/2006/relationships/slide" Target="/ppt/slides/slide5.xml" Id="Rad618a62adf74faf" /><Relationship Type="http://schemas.openxmlformats.org/officeDocument/2006/relationships/slide" Target="/ppt/slides/slide6.xml" Id="R66649dd626cf46ce" /><Relationship Type="http://schemas.openxmlformats.org/officeDocument/2006/relationships/slide" Target="/ppt/slides/slide7.xml" Id="R121762857f7d4e7a" /><Relationship Type="http://schemas.openxmlformats.org/officeDocument/2006/relationships/slide" Target="/ppt/slides/slide8.xml" Id="R7031e77fd6c94390" /><Relationship Type="http://schemas.openxmlformats.org/officeDocument/2006/relationships/slide" Target="/ppt/slides/slide9.xml" Id="Ra2712600dbb54e07" /><Relationship Type="http://schemas.openxmlformats.org/officeDocument/2006/relationships/slide" Target="/ppt/slides/slide10.xml" Id="R77ab84183f2f41bc" /><Relationship Type="http://schemas.openxmlformats.org/officeDocument/2006/relationships/slide" Target="/ppt/slides/slide11.xml" Id="R219a13fa5e214824" /><Relationship Type="http://schemas.openxmlformats.org/officeDocument/2006/relationships/slide" Target="/ppt/slides/slide12.xml" Id="R926606a9e4c84a11" /><Relationship Type="http://schemas.openxmlformats.org/officeDocument/2006/relationships/slide" Target="/ppt/slides/slide13.xml" Id="R8b73d1b70b754fab" /><Relationship Type="http://schemas.openxmlformats.org/officeDocument/2006/relationships/slide" Target="/ppt/slides/slide14.xml" Id="R1a43f8ab3dec4457" /><Relationship Type="http://schemas.openxmlformats.org/officeDocument/2006/relationships/slide" Target="/ppt/slides/slide15.xml" Id="R81a13f992ce1482b" /><Relationship Type="http://schemas.openxmlformats.org/officeDocument/2006/relationships/slide" Target="/ppt/slides/slide16.xml" Id="R7e4d4c16816b4ac6" /><Relationship Type="http://schemas.openxmlformats.org/officeDocument/2006/relationships/slide" Target="/ppt/slides/slide17.xml" Id="R613099c55f144d1a" /><Relationship Type="http://schemas.openxmlformats.org/officeDocument/2006/relationships/slide" Target="/ppt/slides/slide18.xml" Id="Rd1bd8d3913e848e4" /><Relationship Type="http://schemas.openxmlformats.org/officeDocument/2006/relationships/slide" Target="/ppt/slides/slide19.xml" Id="R54a6f30ee5d648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34f6224e2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3e2b75c024533" /><Relationship Type="http://schemas.openxmlformats.org/officeDocument/2006/relationships/notesMaster" Target="/ppt/notesMasters/notesMaster1.xml" Id="R8613d77f9ee8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a82bb7215462a" /><Relationship Type="http://schemas.openxmlformats.org/officeDocument/2006/relationships/notesMaster" Target="/ppt/notesMasters/notesMaster1.xml" Id="Ree7d9aafcaa8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0a1a621ac434e" /><Relationship Type="http://schemas.openxmlformats.org/officeDocument/2006/relationships/notesMaster" Target="/ppt/notesMasters/notesMaster1.xml" Id="Rf38fe6bb8bf0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cf80e43e740b5" /><Relationship Type="http://schemas.openxmlformats.org/officeDocument/2006/relationships/notesMaster" Target="/ppt/notesMasters/notesMaster1.xml" Id="R495437ef117a45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0b2870cc8d4b2f" /><Relationship Type="http://schemas.openxmlformats.org/officeDocument/2006/relationships/notesMaster" Target="/ppt/notesMasters/notesMaster1.xml" Id="R0b19697894ae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8c7654b0804fde" /><Relationship Type="http://schemas.openxmlformats.org/officeDocument/2006/relationships/notesMaster" Target="/ppt/notesMasters/notesMaster1.xml" Id="R5efbeb58731040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5f69cb77a84107" /><Relationship Type="http://schemas.openxmlformats.org/officeDocument/2006/relationships/notesMaster" Target="/ppt/notesMasters/notesMaster1.xml" Id="Ra17cdc9591f1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5716dfbcb480d" /><Relationship Type="http://schemas.openxmlformats.org/officeDocument/2006/relationships/notesMaster" Target="/ppt/notesMasters/notesMaster1.xml" Id="R07b42897abb248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51184a872d435f" /><Relationship Type="http://schemas.openxmlformats.org/officeDocument/2006/relationships/notesMaster" Target="/ppt/notesMasters/notesMaster1.xml" Id="Rdfb222e34d074e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b6d9dbc53d4088" /><Relationship Type="http://schemas.openxmlformats.org/officeDocument/2006/relationships/notesMaster" Target="/ppt/notesMasters/notesMaster1.xml" Id="Rdb7144f24b0a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e421ecb92e40c8" /><Relationship Type="http://schemas.openxmlformats.org/officeDocument/2006/relationships/notesMaster" Target="/ppt/notesMasters/notesMaster1.xml" Id="R1ba60bdb861348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4f27d11684aca" /><Relationship Type="http://schemas.openxmlformats.org/officeDocument/2006/relationships/notesMaster" Target="/ppt/notesMasters/notesMaster1.xml" Id="Rbe48f23fb2e24f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ba8d0ba2a94bd8" /><Relationship Type="http://schemas.openxmlformats.org/officeDocument/2006/relationships/notesMaster" Target="/ppt/notesMasters/notesMaster1.xml" Id="Rfdb69a3083644e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9b835c74d41cf" /><Relationship Type="http://schemas.openxmlformats.org/officeDocument/2006/relationships/notesMaster" Target="/ppt/notesMasters/notesMaster1.xml" Id="Rbc472461121d41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313ad0bd224860" /><Relationship Type="http://schemas.openxmlformats.org/officeDocument/2006/relationships/notesMaster" Target="/ppt/notesMasters/notesMaster1.xml" Id="R61341b6c770745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54580cae094ce3" /><Relationship Type="http://schemas.openxmlformats.org/officeDocument/2006/relationships/notesMaster" Target="/ppt/notesMasters/notesMaster1.xml" Id="R51cb1dfbaed242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173192c2f244bb" /><Relationship Type="http://schemas.openxmlformats.org/officeDocument/2006/relationships/notesMaster" Target="/ppt/notesMasters/notesMaster1.xml" Id="Rf7361dab97b94a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f0efde634b4a49" /><Relationship Type="http://schemas.openxmlformats.org/officeDocument/2006/relationships/notesMaster" Target="/ppt/notesMasters/notesMaster1.xml" Id="R8042e86cb73045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76ea7bcedf44d8" /><Relationship Type="http://schemas.openxmlformats.org/officeDocument/2006/relationships/notesMaster" Target="/ppt/notesMasters/notesMaster1.xml" Id="R3e66dabf1297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建議：老師，我目前想研究的不是單純讓模型回答更短，而是：在有限運算預算下，能不能根據模型的自我評估，把更多資源給真正會因此受益的題目。今天先報告動機與幾個初步現象，想請老師協助收斂研究問題；目前還不是一個已驗證有效的新方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這三類是研究動機的概念例子，不是目前資料已經完成的分群。推論時計算是模型作答時的運算，不是重新訓練。更多輸出常代表更多成本與等待，但 token 不是完整的時間或金錢成本；模型之間 tokenizer 與推理設定也可能不同。真正目標是相同總成本下得到更多正確答案。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Snell, Lee, Xu &amp; Kumar (2024). Scaling LLM Test-Time Compute Optimally can be More Effective than Scaling Model Parameters. arXiv:2408.03314. https://arxiv.org/abs/2408.03314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Han et al. (2024; revised 2025). Token-Budget-Aware LLM Reasoning. arXiv:2412.18547. https://arxiv.org/abs/2412.18547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先承認相關領域已有大量工作。Tian研究口語化信心；Chen以能力與難度建立LCAE。Snell與TALE支持依題目調整運算的動機。Kim在推理途中用自評信心控制停止；Wu的方法需要隱藏表徵。它們不能全部直接等同於我們目前獨立API呼叫、作答前評估的設定。我們目前的潛在貢獻是釐清訊號與決策效用之間的關係，而不是只換一個budget prompt。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Tian et al. (2023). Just Ask for Calibration: Strategies for Eliciting Calibrated Confidence Scores from Language Models Fine-Tuned with Human Feedback. EMNLP. https://aclanthology.org/2023.emnlp-main.330/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Snell, Lee, Xu &amp; Kumar (2024). Scaling LLM Test-Time Compute Optimally can be More Effective than Scaling Model Parameters. arXiv:2408.03314. https://arxiv.org/abs/2408.03314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Han et al. (2024; revised 2025). Token-Budget-Aware LLM Reasoning. arXiv:2412.18547. https://arxiv.org/abs/2412.18547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Chen, Yu, Huang, Hsu, Lin &amp; Kang (2026). Latent Confidence Alignment for LLM Self-Assessment. IEEE IRI 2026 (as listed in arXiv comments). https://arxiv.org/abs/2606.21937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Kim, Lee &amp; Kim (2026). Think Just Enough: Leveraging Self-Assessed Confidence for Adaptive Reasoning in Language Models. Findings of EACL. https://aclanthology.org/2026.findings-eacl.263/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Wu, Zhou, Bates &amp; Jaakkola (2025). Thought calibration: Efficient and confident test-time scaling. EMNLP. https://aclanthology.org/2025.emnlp-main.722/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銜接學姐的研究。要避免把校準理解成「每題猜對」。校準是同一信心群體的機率與實際頻率是否一致。IRT是統計模型，不是直接讀到模型的真實能力。LCAE比較的是IRT所推得的參考機率，因此依賴題目與模型設定。本專案採平方差實作；公式在附錄。從校準改善到決策改善，中間還有尚未驗證的一步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Chen, Yu, Huang, Hsu, Lin &amp; Kang (2026). Latent Confidence Alignment for LLM Self-Assessment. IEEE IRI 2026 (as listed in arXiv comments). https://arxiv.org/abs/2606.21937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D5: https://github.com/ruienxie0104/llm-calibration-token-efficiency/blob/f4fbadb/experiments/v3-budget-pilot/compute_soft_lcae.py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先建立資料與流程分析管線，包含理解、計算、驗證等文字事件。這不是讀取隱藏認知。後來轉到MATH-500中等偏難題，以預算干預觀察變化。Hard主實驗包含四模型六十題；最新Soft與事前信心聚焦兩模型三十題。不同階段不能直接当作同一批配對資料。圖中的360是新做的信心呼叫，不是360道不同題目，也不是整個專案總呼叫數。最新模型名稱為GPT-OSS-120B與DeepSeek-V4-Flash-158B，後續投影片簡稱GPT-120B與DeepSee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D1: https://github.com/ruienxie0104/llm-calibration-token-efficiency/blob/f4fbadb/experiments/v3-budget-pilot/results/prospective_conf_analysis.md</a:t>
            </a:r>
          </a:p>
          <a:p xmlns:a="http://schemas.openxmlformats.org/drawingml/2006/main">
            <a:r>
              <a:t>D7: https://github.com/ruienxie0104/llm-calibration-token-efficiency/blob/f4fbadb/experiments/v3-budget-pilot/results/analysis_phase3.md</a:t>
            </a:r>
          </a:p>
          <a:p xmlns:a="http://schemas.openxmlformats.org/drawingml/2006/main">
            <a:r>
              <a:t>資料版本：f4fbadb；整理日期：2026-09-16。初步探索結果，不等於已完成因果驗證。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一定要說清楚QOQ並不是沒有budget prompt，而是沒有額外題目難度訊號。Soft也不代表完全沒有限制：目前仍保留4096的安全上限，只是不把256或512當API截斷值。Hard下模型仍可在上限內自行組織推理，所以不宜說Hard完全沒有自主性。這個二乘二的設計幫我們區分控制方式與額外資訊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D3: https://github.com/ruienxie0104/llm-calibration-token-efficiency/blob/f4fbadb/experiments/v3-budget-pilot/results/soft_pilot_raw.json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D6: https://github.com/ruienxie0104/llm-calibration-token-efficiency/blob/f4fbadb/experiments/v3-budget-pilot/results/soft_ids_raw.json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Chen, Yu, Huang, Hsu, Lin &amp; Kang (2026). Latent Confidence Alignment for LLM Self-Assessment. IEEE IRI 2026 (as listed in arXiv comments). https://arxiv.org/abs/2606.21937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不要把Soft高準確率說成免費提升。若實際使用更多token，準確率較好可能有成本差異，Hard又可能因截斷沒有完整答案。不同題目子集、不同截斷與評分條件也必須對齊。這組圖只展示Soft內部的控制落差。預算遵守率31.1%與76.7%，不等於剩下的題目都答错；是是否遵守長度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D3: https://github.com/ruienxie0104/llm-calibration-token-efficiency/blob/f4fbadb/experiments/v3-budget-pilot/results/soft_pilot_raw.json</a:t>
            </a:r>
          </a:p>
          <a:p xmlns:a="http://schemas.openxmlformats.org/drawingml/2006/main">
            <a:r>
              <a:t>資料版本：f4fbadb；整理日期：2026-09-16。初步探索結果，不等於已完成因果驗證。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之前81%的解析失敗屬於測量管線問題，不能解讀成事前信心方法無效。新版調整輸出格式與生成設定後，GPT可用174/180，DeepSeek180/180，共354筆。事前與事後只在相同有效配對上比較。這個實驗沒有讓事前數字控制後續作答，所以之後看到相關性時不能說低信心導致模型投入更多思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D1: https://github.com/ruienxie0104/llm-calibration-token-efficiency/blob/f4fbadb/experiments/v3-budget-pilot/results/prospective_conf_analysis.md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D4: https://github.com/ruienxie0104/llm-calibration-token-efficiency/blob/f4fbadb/experiments/v3-budget-pilot/analyze_prospective_conf.py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要區分校準與區分力：把所有95分都降成85分，可能減少整體過度自信而改善Brier，但題目的高低排序可以完全沒變。Brier也不是純粹的校準誤差，所以要和AUROC一起看。這裡的差異很小，不能單靠點估計宣稱統計顯著。現有報告有各方法的cluster bootstrap區間；正式比較仍應對配對差值做題目層級bootstrap。30題重複三次不是90個獨立題目。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D1: https://github.com/ruienxie0104/llm-calibration-token-efficiency/blob/f4fbadb/experiments/v3-budget-pilot/results/prospective_conf_analysis.md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D2: https://github.com/ruienxie0104/llm-calibration-token-efficiency/blob/f4fbadb/experiments/v3-budget-pilot/results/prospective_conf_analysis.json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我建議對老師主打、但保持謹慎的現象。兩模型兩種預算都有同方向較強負相關。它可能是模型在察覺题目複雜度，也可能受題目類別、敘述長度或模型的輸出習慣影響。不能因此說模型知道最低必要token，更不能說把信心降低就會增加有效思考。下一步可在未見題目上驗證，並控制題目長度、領域與難度；相關值應用題目cluster估不確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D1: https://github.com/ruienxie0104/llm-calibration-token-efficiency/blob/f4fbadb/experiments/v3-budget-pilot/results/prospective_conf_analysis.md</a:t>
            </a:r>
          </a:p>
          <a:p xmlns:a="http://schemas.openxmlformats.org/drawingml/2006/main">
            <a:r>
              <a:t>D2: https://github.com/ruienxie0104/llm-calibration-token-efficiency/blob/f4fbadb/experiments/v3-budget-pilot/results/prospective_conf_analysis.json</a:t>
            </a:r>
          </a:p>
          <a:p xmlns:a="http://schemas.openxmlformats.org/drawingml/2006/main">
            <a:r>
              <a:t>資料版本：f4fbadb；整理日期：2026-09-16。初步探索結果，不等於已完成因果驗證。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收斂過去較強的說法。不能說學姐方法在Soft失效：原文是在不同任務與設計下提出的方法；我們的IRT能力與難度是由Hard資料估計，再拿去評Soft，而且Hard60題先聚合信心，Soft30題多以逐呼叫算，並非完全匹配比較。IDS目前只有小差异，没有正式证明有效或无效。最重要的是gain訊號太稀疏：每個模型30題只有一題平均正確率提升2/3，其他29題都沒有變，整體只差2/90。這樣的資料不足以評估誰能預測額外運算收益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D2: https://github.com/ruienxie0104/llm-calibration-token-efficiency/blob/f4fbadb/experiments/v3-budget-pilot/results/prospective_conf_analysis.json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D3: https://github.com/ruienxie0104/llm-calibration-token-efficiency/blob/f4fbadb/experiments/v3-budget-pilot/results/soft_pilot_raw.json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D5: https://github.com/ruienxie0104/llm-calibration-token-efficiency/blob/f4fbadb/experiments/v3-budget-pilot/compute_soft_lcae.py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D6: https://github.com/ruienxie0104/llm-calibration-token-efficiency/blob/f4fbadb/experiments/v3-budget-pilot/results/soft_ids_raw.json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建議的論文問題可以說成：在可觀察資訊有限的模型使用情境中，事前自評所攜帶的訊息，究竟是成功機率、生成負擔，還是邊際計算收益？如果要做controller，第三個才是終點。題目難度高，不一定值得繼續投入；可能已超出模型能力。反過來，中等難度可能最值得加算。因此下一步不宜把所有難題都多分token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先整理最必要的测量条件，不把研究推遲到做完所有基礎建設。B不要一開始無限制擴大量，而是先找哪個budget區間會改變答案；題目選擇要有明確規則，正式測試集應另外保留，避免只挑有收益的題目後誇大整體成效。C先與簡單基線比較：同總成本固定預算、隨機分配、僅IRT難度分配，再加入事前信心。只有當新增信心相對簡單基線有增量價值，才值得複雜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資料版本：f4fbadb；整理日期：2026-09-16。初步探索結果，不等於已完成因果驗證。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目前還不宜宣稱具有確定研究缺口或一定可投稿。老師可以協助選擇以診斷研究、方法論比較或資源配置演算法為主。若做負面結果，必須有足夠範圍、明確適用條件、強基線和重現性。若做正向控制器，則需把省下的token和新增信心估計成本一起計入，且避免在同一批題目調閾值又報成效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結尾不要只問老師覺得好不好。請老師明確協助選主軸、決定與學姐研究的連結深度，以及下一個可交付里程碑。可以補充：我願意讓實驗否定原始假說；若信心無法預測加算收益，就不硬把它包裝成配置器，而把適用邊界說清楚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CAE在代码中用自評錯誤機率1-c與IRT預期錯誤機率1-q的平方差；代數上等價(c-q)^2。這是本專案的實作口徑，不應把它當成原始論文所有設計的完整重現。q為Rasch模型的sigmoid(theta-beta)。能力theta與難度beta是根據資料估計的相對潛在參數，不是真實成功機率的直接量測。ECE容易受小樣本與分箱影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Chen, Yu, Huang, Hsu, Lin &amp; Kang (2026). Latent Confidence Alignment for LLM Self-Assessment. IEEE IRI 2026 (as listed in arXiv comments). https://arxiv.org/abs/2606.21937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D4: https://github.com/ruienxie0104/llm-calibration-token-efficiency/blob/f4fbadb/experiments/v3-budget-pilot/analyze_prospective_conf.py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D5: https://github.com/ruienxie0104/llm-calibration-token-efficiency/blob/f4fbadb/experiments/v3-budget-pilot/compute_soft_lcae.py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附錄只在老師追問時展開。IDS没有一致大幅改善，不能只挑DeepSeek256增加3.3个百分点來宣稱有效。事前LCAE下降和Brier略降一致，但AUROC仍低，支持區分機率水準與排序訊息。Hard和Soft aggregate LCAE不直接放同一排名圖，是因為題集、聚合方式與參考機率不完全一致；目前不能從0.247到0.305直接量化一個乾淨的因果惡化幅度。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D2: https://github.com/ruienxie0104/llm-calibration-token-efficiency/blob/f4fbadb/experiments/v3-budget-pilot/results/prospective_conf_analysis.json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D3: https://github.com/ruienxie0104/llm-calibration-token-efficiency/blob/f4fbadb/experiments/v3-budget-pilot/results/soft_pilot_raw.json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D6: https://github.com/ruienxie0104/llm-calibration-token-efficiency/blob/f4fbadb/experiments/v3-budget-pilot/results/soft_ids_raw.json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D5: https://github.com/ruienxie0104/llm-calibration-token-efficiency/blob/f4fbadb/experiments/v3-budget-pilot/compute_soft_lcae.py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完整作者資訊可由連結取得。引用Snell為arXiv2024版本，避免混用預印本與正式會議年份。TALE亦明確區分初版與修訂年份。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Tian et al. (2023). Just Ask for Calibration: Strategies for Eliciting Calibrated Confidence Scores from Language Models Fine-Tuned with Human Feedback. EMNLP. https://aclanthology.org/2023.emnlp-main.330/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Snell, Lee, Xu &amp; Kumar (2024). Scaling LLM Test-Time Compute Optimally can be More Effective than Scaling Model Parameters. arXiv:2408.03314. https://arxiv.org/abs/2408.03314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Han et al. (2024; revised 2025). Token-Budget-Aware LLM Reasoning. arXiv:2412.18547. https://arxiv.org/abs/2412.18547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Chen等人的原始研究为医疗领域20模型，不能把本文數學題Soft實驗等同原文重現。Kim等人的Think Just Enough與其他同名文章不是同一篇，這裡作者與ACL連結已核對。Wu方法使用隱藏表徵，不宜假設可直接用於只有文字輸入輸出的雲端API。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Chen, Yu, Huang, Hsu, Lin &amp; Kang (2026). Latent Confidence Alignment for LLM Self-Assessment. IEEE IRI 2026 (as listed in arXiv comments). https://arxiv.org/abs/2606.21937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Kim, Lee &amp; Kim (2026). Think Just Enough: Leveraging Self-Assessed Confidence for Adaptive Reasoning in Language Models. Findings of EACL. https://aclanthology.org/2026.findings-eacl.263/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Wu, Zhou, Bates &amp; Jaakkola (2025). Thought calibration: Efficient and confident test-time scaling. EMNLP. https://aclanthology.org/2025.emnlp-main.722/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D1: https://github.com/ruienxie0104/llm-calibration-token-efficiency/blob/f4fbadb/experiments/v3-budget-pilot/results/prospective_conf_analysis.md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D2: https://github.com/ruienxie0104/llm-calibration-token-efficiency/blob/f4fbadb/experiments/v3-budget-pilot/results/prospective_conf_analysis.json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D3: https://github.com/ruienxie0104/llm-calibration-token-efficiency/blob/f4fbadb/experiments/v3-budget-pilot/results/soft_pilot_raw.json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D4: https://github.com/ruienxie0104/llm-calibration-token-efficiency/blob/f4fbadb/experiments/v3-budget-pilot/analyze_prospective_conf.py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D5: https://github.com/ruienxie0104/llm-calibration-token-efficiency/blob/f4fbadb/experiments/v3-budget-pilot/compute_soft_lcae.py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D6: https://github.com/ruienxie0104/llm-calibration-token-efficiency/blob/f4fbadb/experiments/v3-budget-pilot/results/soft_ids_raw.json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資料版本：f4fbadb；整理日期：2026-09-16。初步探索結果，不等於已完成因果驗證。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21389ceeb4c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7f6c04e724c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5c6fcaffd4e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c3ca22e3a4a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f5d50e0bb4f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3578692e342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af30e57ea46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d9e54a9414f6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c5f9ec52645ce" /><Relationship Type="http://schemas.openxmlformats.org/officeDocument/2006/relationships/slideLayout" Target="/ppt/slideLayouts/slideLayout1.xml" Id="R0917352b4db64171" /><Relationship Type="http://schemas.openxmlformats.org/officeDocument/2006/relationships/slideLayout" Target="/ppt/slideLayouts/slideLayout2.xml" Id="Rbc736a7499e54a75" /><Relationship Type="http://schemas.openxmlformats.org/officeDocument/2006/relationships/slideLayout" Target="/ppt/slideLayouts/slideLayout3.xml" Id="R61c556e4caec4910" /><Relationship Type="http://schemas.openxmlformats.org/officeDocument/2006/relationships/slideLayout" Target="/ppt/slideLayouts/slideLayout4.xml" Id="R6533637539cc4d7b" /><Relationship Type="http://schemas.openxmlformats.org/officeDocument/2006/relationships/slideLayout" Target="/ppt/slideLayouts/slideLayout5.xml" Id="R0b312c17d2bf4520" /><Relationship Type="http://schemas.openxmlformats.org/officeDocument/2006/relationships/slideLayout" Target="/ppt/slideLayouts/slideLayout6.xml" Id="R053037cbb73d4b20" /><Relationship Type="http://schemas.openxmlformats.org/officeDocument/2006/relationships/slideLayout" Target="/ppt/slideLayouts/slideLayout7.xml" Id="R1d91ee31433e4d74" /><Relationship Type="http://schemas.openxmlformats.org/officeDocument/2006/relationships/slideLayout" Target="/ppt/slideLayouts/slideLayout8.xml" Id="Rab77d23c2c0a45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7352b4db64171"/>
    <p:sldLayoutId xmlns:r="http://schemas.openxmlformats.org/officeDocument/2006/relationships" id="2147483650" r:id="Rbc736a7499e54a75"/>
    <p:sldLayoutId xmlns:r="http://schemas.openxmlformats.org/officeDocument/2006/relationships" id="2147483651" r:id="R61c556e4caec4910"/>
    <p:sldLayoutId xmlns:r="http://schemas.openxmlformats.org/officeDocument/2006/relationships" id="2147483652" r:id="R6533637539cc4d7b"/>
    <p:sldLayoutId xmlns:r="http://schemas.openxmlformats.org/officeDocument/2006/relationships" id="2147483653" r:id="R0b312c17d2bf4520"/>
    <p:sldLayoutId xmlns:r="http://schemas.openxmlformats.org/officeDocument/2006/relationships" id="2147483654" r:id="R053037cbb73d4b20"/>
    <p:sldLayoutId xmlns:r="http://schemas.openxmlformats.org/officeDocument/2006/relationships" id="2147483655" r:id="R1d91ee31433e4d74"/>
    <p:sldLayoutId xmlns:r="http://schemas.openxmlformats.org/officeDocument/2006/relationships" id="2147483656" r:id="Rab77d23c2c0a450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de74ee7274c64" /><Relationship Type="http://schemas.openxmlformats.org/officeDocument/2006/relationships/notesSlide" Target="/ppt/notesSlides/notesSlide1.xml" Id="Rfe134435f39447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2b59e0dd64677" /><Relationship Type="http://schemas.openxmlformats.org/officeDocument/2006/relationships/notesSlide" Target="/ppt/notesSlides/notesSlide2.xml" Id="Rbd621ebfa6c5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615957ede4b74" /><Relationship Type="http://schemas.openxmlformats.org/officeDocument/2006/relationships/notesSlide" Target="/ppt/notesSlides/notesSlide3.xml" Id="R11b0befa44bc44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4ae6abf044ad" /><Relationship Type="http://schemas.openxmlformats.org/officeDocument/2006/relationships/notesSlide" Target="/ppt/notesSlides/notesSlide4.xml" Id="R2500c45f7bfe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ac2d15ade4c49" /><Relationship Type="http://schemas.openxmlformats.org/officeDocument/2006/relationships/notesSlide" Target="/ppt/notesSlides/notesSlide5.xml" Id="Rf5b8662cce7a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b6db176004605" /><Relationship Type="http://schemas.openxmlformats.org/officeDocument/2006/relationships/notesSlide" Target="/ppt/notesSlides/notesSlide6.xml" Id="R2eceac1f9c6f44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dd85232df4705" /><Relationship Type="http://schemas.openxmlformats.org/officeDocument/2006/relationships/chart" Target="/ppt/slides/charts/chart1.xml" Id="Rfe4f9074a8ed427a" /><Relationship Type="http://schemas.openxmlformats.org/officeDocument/2006/relationships/notesSlide" Target="/ppt/notesSlides/notesSlide7.xml" Id="Rb0a384a80623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3505ae8ee497b" /><Relationship Type="http://schemas.openxmlformats.org/officeDocument/2006/relationships/notesSlide" Target="/ppt/notesSlides/notesSlide8.xml" Id="R25634e55fc0a46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0fd5a960c400e" /><Relationship Type="http://schemas.openxmlformats.org/officeDocument/2006/relationships/notesSlide" Target="/ppt/notesSlides/notesSlide9.xml" Id="Rbf154166e42c4b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7c2db23bf4220" /><Relationship Type="http://schemas.openxmlformats.org/officeDocument/2006/relationships/chart" Target="/ppt/slides/charts/chart2.xml" Id="R771432c02e094ec9" /><Relationship Type="http://schemas.openxmlformats.org/officeDocument/2006/relationships/notesSlide" Target="/ppt/notesSlides/notesSlide10.xml" Id="R9e6860ae540841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4855f5aac49f0" /><Relationship Type="http://schemas.openxmlformats.org/officeDocument/2006/relationships/notesSlide" Target="/ppt/notesSlides/notesSlide11.xml" Id="R75b02450199946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c8282e8944e86" /><Relationship Type="http://schemas.openxmlformats.org/officeDocument/2006/relationships/notesSlide" Target="/ppt/notesSlides/notesSlide12.xml" Id="R395e44ebe7984f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b6996a6954d45" /><Relationship Type="http://schemas.openxmlformats.org/officeDocument/2006/relationships/notesSlide" Target="/ppt/notesSlides/notesSlide13.xml" Id="R82c0887fac314b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1a8c552574ec1" /><Relationship Type="http://schemas.openxmlformats.org/officeDocument/2006/relationships/notesSlide" Target="/ppt/notesSlides/notesSlide14.xml" Id="Rfc984433050b45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0c82de8a7451a" /><Relationship Type="http://schemas.openxmlformats.org/officeDocument/2006/relationships/notesSlide" Target="/ppt/notesSlides/notesSlide15.xml" Id="R81843fb3a03745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3037ffd224c00" /><Relationship Type="http://schemas.openxmlformats.org/officeDocument/2006/relationships/notesSlide" Target="/ppt/notesSlides/notesSlide16.xml" Id="R4fbe738adf0443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960e41aa44c8f" /><Relationship Type="http://schemas.openxmlformats.org/officeDocument/2006/relationships/notesSlide" Target="/ppt/notesSlides/notesSlide17.xml" Id="R36030d7302ff46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e4639cc82481f" /><Relationship Type="http://schemas.openxmlformats.org/officeDocument/2006/relationships/hyperlink" Target="https://aclanthology.org/2023.emnlp-main.330/" TargetMode="External" Id="Rf9ffb486ed8941ba" /><Relationship Type="http://schemas.openxmlformats.org/officeDocument/2006/relationships/hyperlink" Target="https://arxiv.org/abs/2408.03314" TargetMode="External" Id="Rba0f92ed036b4beb" /><Relationship Type="http://schemas.openxmlformats.org/officeDocument/2006/relationships/hyperlink" Target="https://arxiv.org/abs/2412.18547" TargetMode="External" Id="R31d26271030d4084" /><Relationship Type="http://schemas.openxmlformats.org/officeDocument/2006/relationships/notesSlide" Target="/ppt/notesSlides/notesSlide18.xml" Id="R6c016bc0d3e34e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86de3f62f49b5" /><Relationship Type="http://schemas.openxmlformats.org/officeDocument/2006/relationships/hyperlink" Target="https://arxiv.org/abs/2606.21937" TargetMode="External" Id="R2fa339c9454a46ba" /><Relationship Type="http://schemas.openxmlformats.org/officeDocument/2006/relationships/hyperlink" Target="https://aclanthology.org/2026.findings-eacl.263/" TargetMode="External" Id="Re61ba3e2095948e6" /><Relationship Type="http://schemas.openxmlformats.org/officeDocument/2006/relationships/hyperlink" Target="https://aclanthology.org/2025.emnlp-main.722/" TargetMode="External" Id="R3ac894f734c640ab" /><Relationship Type="http://schemas.openxmlformats.org/officeDocument/2006/relationships/notesSlide" Target="/ppt/notesSlides/notesSlide19.xml" Id="R5ed2a2b2342846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建議預算</c:v>
          </c:tx>
          <c:spPr>
            <a:solidFill xmlns:a="http://schemas.openxmlformats.org/drawingml/2006/main">
              <a:srgbClr val="6DCBF4"/>
            </a:solidFill>
          </c:spPr>
          <c:cat>
            <c:strRef>
              <c:f>'Chart Data'!$A$2:$A$3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256</c:v>
                </c:pt>
                <c:pt idx="1">
                  <c:v>256</c:v>
                </c:pt>
              </c:numCache>
            </c:numRef>
          </c:val>
        </c:ser>
        <c:ser>
          <c:idx val="1"/>
          <c:order val="1"/>
          <c:tx>
            <c:v>實際平均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Data'!$C$2:$C$3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505.5</c:v>
                </c:pt>
                <c:pt idx="1">
                  <c:v>263.3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輸出 tokens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61616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信心 vs token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GPT 256</c:v>
                </c:pt>
                <c:pt idx="1">
                  <c:v>GPT 512</c:v>
                </c:pt>
                <c:pt idx="2">
                  <c:v>DS 256</c:v>
                </c:pt>
                <c:pt idx="3">
                  <c:v>DS 512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-0.661</c:v>
                </c:pt>
                <c:pt idx="1">
                  <c:v>-0.7557</c:v>
                </c:pt>
                <c:pt idx="2">
                  <c:v>-0.6013</c:v>
                </c:pt>
                <c:pt idx="3">
                  <c:v>-0.6498</c:v>
                </c:pt>
              </c:numCache>
            </c:numRef>
          </c:val>
        </c:ser>
        <c:ser>
          <c:idx val="1"/>
          <c:order val="1"/>
          <c:tx>
            <c:v>信心 vs 對錯</c:v>
          </c:tx>
          <c:spPr>
            <a:solidFill xmlns:a="http://schemas.openxmlformats.org/drawingml/2006/main">
              <a:srgbClr val="6DCBF4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GPT 256</c:v>
                </c:pt>
                <c:pt idx="1">
                  <c:v>GPT 512</c:v>
                </c:pt>
                <c:pt idx="2">
                  <c:v>DS 256</c:v>
                </c:pt>
                <c:pt idx="3">
                  <c:v>DS 512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-0.134</c:v>
                </c:pt>
                <c:pt idx="1">
                  <c:v>-0.3158</c:v>
                </c:pt>
                <c:pt idx="2">
                  <c:v>-0.2111</c:v>
                </c:pt>
                <c:pt idx="3">
                  <c:v>-0.1406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Spearman 排序相關 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61616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模型知道自己</a:t>
            </a:r>
          </a:p>
          <a:p xmlns:a="http://schemas.openxmlformats.org/drawingml/2006/main">
            <a:pPr>
              <a:defRPr sz="5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需要想多久嗎？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10477500" cy="1190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從信心校準到推理預算分配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研究構想與初步探索｜首次指導討論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LLM 推理效率研究 · 2026.09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CBAEABBA-AD62-52D1-5588-17C604158753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動機：有限的運算，應該花在哪些題目？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已經會答的題目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增加推理可能只是重複。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希望及早停止，省下成本。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多想仍可能答錯的題目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一味增加預算可能浪費。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也許更適合求助或換方法。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多想可能救得回的題目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增加檢查或推導可能有價值。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這才是最想分配預算的對象。</a:t>
            </a: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AE16204-EDE0-4D07-99B9-D1021CF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Token：模型處理文字的基本單位，不等於中文字數；輸出 token 是本研究的成本代理量。[R2, R3]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69CC3D0-8403-4B45-AF8E-46DF112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不是每一題都值得分到一樣多的 token。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0BADEEDC-EEE1-8597-0639-A35D9BA153EC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文獻已有方法；我的切入點是「訊號能否用來決策」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不主張首次研究自適應預算；聚焦信心訊號的意義、限制與跨設定可用性。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BEA1019-6616-43F7-9B64-910F91A1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完整書目與連結見附錄；目前是研究定位，不是已證實的獨特性聲明。</a:t>
            </a:r>
          </a:p>
        </p:txBody>
      </p:sp>
      <p:graphicFrame>
        <p:nvGraphicFramePr>
          <p:cNvPr id="54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524250"/>
                <a:gridCol w="5546693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研究線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代表文獻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給本研究的啟發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讓信心更可信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Tian et al., 2023 [R1]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Chen et al., 2026 [R4]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信心可以評估，但可信不等於能省 token。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依題目分配運算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Snell et al., 2024 [R2]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Han et al., 2024/25 [R3]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題目不同，適合的計算量也可能不同。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決定何時停止推理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Wu et al., 2025 [R6]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Kim et al., 2026 [R5]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推理中訊號已有成果；存取條件各不相同。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本研究待驗證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題目層級、事前自評、實際成本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信心預測答對、長度，還是加算的收益？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F9970F6C-59B2-055B-5132-2DC31A7003A7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最初的想法：信心校準得更好，能否分配得更好？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信心與校準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信心＝自評答對機率。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自評八成有把握的答案，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實際也約八成答對，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才算校準良好。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LCAE：與參考機率對齊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Latent Confidence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Alignment Error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衡量自評機率與 IRT 參考機率的差距；越低越對齊。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IRT：能力 × 難度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Item Response Theory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試題反應理論。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 Rasch 模型，結合能力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與題目難度估計答對機率。</a:t>
            </a: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1A86ECA-2244-42D9-856A-DB67D601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LCAE 是評估指標，本身不會自動改寫信心或分配 token；能否轉成效益，必須另外驗證。[R4]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932B20B-2369-43D3-88F9-2BBF683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原始假設：先改善自我評估，再把它用於預算決策。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5370F4AC-E6D1-01EE-6732-05F7C8E78B55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目前做了什麼：從流程觀察，走到信心訊號診斷</a:t>
            </a:r>
          </a:p>
        </p:txBody>
      </p:sp>
      <p:cxnSp>
        <p:nvCxnSpPr>
          <p:cNvPr id="25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4905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早期探索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預算控制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最新探索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V3：Hard 與 Soft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限制輸出長度並測試難度提示。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發現「建議預算」與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「實際消耗」不是同一件事。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V1–V2：觀察推理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以流程探勘整理推理文字。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較簡單任務接近滿分，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轉向較難數學題。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把信心移到作答前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30 題 × 2 模型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× 2 預算 × 3 次重複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360 次信心呼叫，354 筆可用。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55FA-CEAB-4156-A90E-4417F90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流程探勘（Process Mining）：把可觀察的推理文字標成步驟事件；不等於還原模型的真實內部思考。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75D93-4E18-43EB-B4C7-AB13098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0175"/>
            <a:ext cx="11401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現在的重點：理解信心代表什麼，而非直接宣稱已有最佳配置策略。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39BFB0FA-5DC7-50DB-D53A-0B6D0E34987E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先分清楚：預算控制方式 × 是否提供難度訊號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本研究的預算 N 是 token 數；Soft QOQ 是所有 Soft 實驗的基本對照組。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B23A1E-3FAC-47DD-A459-85653C45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QOQ 沿用原研究 baseline 用語；IDS＝Item Difficulty Signal。Soft 仍有較高安全上限，不是無限輸出。</a:t>
            </a:r>
          </a:p>
        </p:txBody>
      </p:sp>
      <p:graphicFrame>
        <p:nvGraphicFramePr>
          <p:cNvPr id="54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43425"/>
                <a:gridCol w="4575143"/>
              </a:tblGrid>
              <a:tr h="1206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QOQ：不給難度訊號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IDS：加入難度訊號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Hard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API 硬上限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到達上限便停止生成。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可能在答案完成前被截斷。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相同硬上限，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額外提示題目很難。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Soft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Prompt 軟約束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「請約在 N tokens 內完成」。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模型可能超過 N。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相同軟預算，另加：</a:t>
                      </a:r>
                    </a:p>
                    <a:p>
                      <a:r>
                        <a:rPr sz="19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“This problem is rated difficult.”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C1C5B3A8-B30B-D205-8921-516C108AB9AB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現象一：同樣說「256 tokens」，實際成本仍不同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1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4125" b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31.1%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GPT-120B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預算遵守率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1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4125" b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76.7%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DeepSeek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預算遵守率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0196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Soft 下能答對，但不一定守預算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256 預算時，準確率約 74%／80%。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但 GPT 的平均輸出接近建議值兩倍。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比較方法時，必須同時看實際成本。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521B22-737E-4084-9D15-6B56258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Soft QOQ；每模型 30 題 × 3 次＝90 筆。遵守率＝實際輸出 ≤ 256。這不是等成本的 Hard–Soft 因果比較。[D3]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34460" y="1323975"/>
          <a:ext xmlns:a="http://schemas.openxmlformats.org/drawingml/2006/main" cx="5029771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4f9074a8ed427a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22E54B70-3376-18BE-56BD-5BB8BA701776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我們試了：把信心問題移到「尚未作答」時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Retrospective：事後信心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先作答，再詢問對答案有多大把握。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Soft 下平均約 95%–100%。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對錯題的信心很接近，區分有限。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Prospective：事前信心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只提供題目與預算，先詢問答對把握。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希望避開看過自己答案後的高信心。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再與同條件的作答結果配對分析。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7B5A56B-2EEE-4E30-849F-318CADE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新版格式與推理設定下：354／360 筆成功解析（98.3%）。事前信心是獨立呼叫，不代表模型完全未做內部推理。[D1, D4]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F8312D6-1915-43C7-9956-80193B2B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改變「何時問」，看看能不能取得不同的訊號。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B8E5110-A4D4-47C4-8C8B-E3DCACA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86375"/>
            <a:ext cx="11401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資料：MATH-500 抽樣 30 題（L3／L4）；建議預算為 256 或 512 tokens。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2D30B4E-8FFE-45C8-BAC8-81874008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24525"/>
            <a:ext cx="11401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模型簡稱：GPT-120B＝GPT-OSS-120B；DeepSeek＝DeepSeek-V4-Flash-158B。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44235D47-801C-AA1F-E2A0-5E98061CBF6D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09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現象二：平均更保守，不等於更能分辨對錯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Brier：機率預測的平均平方誤差，越低越好。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AUROC：正確答案能否排在錯誤答案之前；0.5 接近無區分力，越高越好。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graphicFrame>
        <p:nvGraphicFramePr>
          <p:cNvPr id="54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285875"/>
                <a:gridCol w="3095625"/>
                <a:gridCol w="2857500"/>
                <a:gridCol w="1689068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模型／預算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有效配對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平均信心：事後 → 事前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Brier：事後 → 事前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事前 AUROC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GPT-120B／256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89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95.3% → 86.8%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0.2224 → 0.2173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0.413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GPT-120B／512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85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96.1% → 86.6%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0.2102 → 0.2069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0.287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DeepSeek／256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90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100.0% → 93.6%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0.2000 → 0.1930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0.360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DeepSeek／512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90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99.9% → 93.8%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0.1778 → 0.1700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0.402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DB7BEEEC-A170-5376-2B6E-CB54687B0CB1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10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現象三：事前信心，更像是「會寫多長」的訊號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1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4125" b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−0.60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至 −0.76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信心–長度相關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1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4125" b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≠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輸出長度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不等於所需長度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0196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一個值得進一步驗證的解釋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越沒把握的題目，往往輸出越長。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但較高信心並未正向對應答對。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可能反映預期負擔，而非成功機率。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0726D6-52A8-4079-AC60-7FAA224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Spearman ρ：排序相關係數；負值表示一高一低。獨立呼叫的配對關聯，不能解讀成因果。[D1–D2]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34460" y="1323975"/>
          <a:ext xmlns:a="http://schemas.openxmlformats.org/drawingml/2006/main" cx="5029771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1432c02e094ec9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30394428-F1DC-E5F6-DB0C-7DE31F3D8A23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其他結果提醒我們：還不能跳到「所有方法都失效」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難度提示 IDS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Soft 下加入「這題很難」。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準確率變動約 −1.1 至 +3.3 個百分點。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尚未看到穩定的改善。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增加預算的收益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Soft 256 → 512，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兩模型各只多答對 2／90 筆。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每模型僅 1／30 題出現改善。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IRT／LCAE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事前 LCAE 也有下降。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但仍沿用 Hard 的 IRT 參考。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參考機率可能不適用。</a:t>
            </a: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D0692BD-633D-4594-97C8-E39BBC35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LCAE 越低＝更接近指定 IRT 參考，不直接等於真實校準改善；Hard／Soft 的題目與聚合口徑也不同。[D2, D3, D5, D6]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503CCFF-B505-42D8-80A4-F9EF5531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缺乏穩定證據，不等於已證明無效。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4DB16885-0D3F-A391-B669-3211DB3B26E8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因此，我想把研究問題拆成三個不同的目標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1　成功機率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這次能不能答對？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看信心校準、Brier、AUROC。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目前事前信心仍不理想。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　加算收益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多給一段預算，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答對機率會增加多少？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這才直接支援資源配置。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2　生成長度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通常會花多少 token？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目前看到較強相關。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但這不是「最低必要量」。</a:t>
            </a: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622F2A3-AC1E-4D05-B294-AD53545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「信心準」→「長度可預測」→「配置有效」不是必然成立的推論；三者需要分開驗證。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FDCF0E9-F2EE-47E1-B339-B383A78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核心問題：事前自評能否在題目難度之外，提供額外的配置價值？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2DD23107-4986-8758-3A93-3D74F35908CC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下一步：先驗證訊號，再決定是否做配置方法</a:t>
            </a:r>
          </a:p>
        </p:txBody>
      </p:sp>
      <p:cxnSp>
        <p:nvCxnSpPr>
          <p:cNvPr id="25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4905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A｜可比較的量測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B｜有收益差異的資料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333375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C｜真正的決策測試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補出預算–表現曲線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小規模掃描更多預算點。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納入易題、可救回與難題。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先確認確實存在加算收益。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固定題目與控制条件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統一評分、推理設定與配對。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記錄實際 token／截斷。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按題目做不確定性估計。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476625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留出新題目評估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比較固定、隨機、難度導向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與加入事前信心的策略。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把額外信心呼叫成本算進去。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25BB8-220F-4606-98E8-77347036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以上為待與老師討論的計畫，並非已完成實驗；先以小樣本找有資訊的區間，再預先固定正式評估設計。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097AA-8FC5-42D2-865E-6EF9FDBD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0175"/>
            <a:ext cx="11401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先做小型、可否證的 pilot；不預設最後一定要提出新演算法。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327921A4-25C4-3DB4-06B1-32693CEE2241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什麼結果，才足以支持這個研究方向？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若要主張「方法有效」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同實際總成本下，答對率更高；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或同答對率下，總成本更低。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在未見題目上，超越只看難度的基線。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連信心估計的額外呼叫都要計入。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即使無法省 token，也可能有診斷價值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若信心穩定反映長度而非答對，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可研究自評訊號的適用邊界。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若現象跨模型不重現，就收斂主張。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不把單一小樣本結果寫成普遍定律。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F979155-843A-4E53-A9C5-B4E4427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主要限制：30 道獨立題目、重複觀測相依、6 筆解析缺失，以及 Hard–Soft 的控制與評分可比性。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DAF5F4C-90BC-4C07-AD2C-A4928F65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33500"/>
            <a:ext cx="11401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評估終點是「決策效益」，不是只有校準分數變漂亮。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EA83FA91-883A-0168-8075-96CEB9DCA3C2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這次想請老師協助決定三件事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研究主軸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先做「信心訊號診斷」，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還是直接以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「自適應預算分配」為主？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第一個里程碑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先擴充題目與預算曲線，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還是先跨模型驗證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信心–長度關係？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1" i="0" u="none" cap="none" spc="0">
                <a:ln>
                  <a:noFill/>
                </a:ln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延續方式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IRT／LCAE 作為核心方法，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還是作為比較基線？</a:t>
            </a:r>
            <a:endParaRPr/>
          </a:p>
          <a:p xmlns:a="http://schemas.openxmlformats.org/drawingml/2006/main">
            <a:pPr marL="0" indent="0">
              <a:buNone/>
              <a:defRPr sz="195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流程探勘是否保留為輔助分析？</a:t>
            </a: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CAD2657-FC00-435C-A94C-9888A8B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目前最值得追問：模型說「我不確定」，是在表達答錯風險，還是在表達這題需要更多推理？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C07B342-17C3-4A6E-B807-A55C41D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我的傾向：先做診斷型 pilot，證明有可用訊號，再做配置策略。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DC9C7607-4BA3-B4DC-A00F-2E67A9FCFF7E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附錄｜如何解讀這些指標？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 是模型信心（0–1）；y 是答對標記（答對＝1，答錯＝0）；q 是 IRT 推得的答對機率。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81497B5-E5A8-49D6-877F-057B733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ECE（Expected Calibration Error）：把信心分組，比較每組平均信心與答對率；小樣本會受分組方式影響。[D4, R4]</a:t>
            </a:r>
          </a:p>
        </p:txBody>
      </p:sp>
      <p:graphicFrame>
        <p:nvGraphicFramePr>
          <p:cNvPr id="54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476625"/>
                <a:gridCol w="5927693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指標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問什麼？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目前實作／解讀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Brier ↓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機率預測整體好不好？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平均 (c − y)²；不是單純的校準成分。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AUROC ↑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信心能把對題排在錯題前嗎？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0.5 約等於隨機排序；不衡量機率是否準。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LCAE ↓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信心是否貼近 IRT 參考？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本專案平均 (c − q)²；q＝sigmoid(能力 − 難度)。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Spearman ρ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兩個變數的排序是否同向？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−1 至 +1；描述關聯，不代表因果。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90F7333B-44AC-F7E9-D49D-FE92F45E0477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附錄｜IDS 與 LCAE 的補充數據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準確率是完整 Soft 作答資料；LCAE 是事前／事後有效配對資料。兩類數字的母體口徑不同。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04050FC-2D46-487A-B1A2-E6AC8E11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每個準確率條件 n＝90；配對 n＝89／85／90／90。LCAE 仍錨定 Hard IRT；不據此認定整體校準問題已解決。[D2, D3, D6]</a:t>
            </a:r>
          </a:p>
        </p:txBody>
      </p:sp>
      <p:graphicFrame>
        <p:nvGraphicFramePr>
          <p:cNvPr id="54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571750"/>
                <a:gridCol w="2571750"/>
                <a:gridCol w="3546443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模型／預算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Soft QOQ 準確率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Soft IDS 準確率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配對 LCAE：事後 → 事前</a:t>
                      </a:r>
                    </a:p>
                  </a:txBody>
                  <a:tcPr marL="95250" marR="95250" marT="114300" marB="95250" anchor="ctr">
                    <a:solidFill>
                      <a:srgbClr val="F0F0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GPT-120B／256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74.4%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73.3%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0.2980 → 0.2222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GPT-120B／512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76.7%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76.7%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0.3063 → 0.2213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DeepSeek／256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80.0%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83.3%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0.3099 → 0.2544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DeepSeek／512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82.2%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83.3%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0.3095 → 0.2539</a:t>
                      </a:r>
                    </a:p>
                  </a:txBody>
                  <a:tcPr marL="95250" marR="952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B1C6C81E-38B9-7560-621D-5A151A79DF9B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參考文獻 1／2｜信心與計算預算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8EB3EF1-ED2D-4949-8390-828E5F9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文獻用途：建立動機與比較基線；不是宣稱這些方法已在本專案設定下重現。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B935161-99D3-4DB5-8213-863E5B71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[R1] Tian et al. · EMNLP 2023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3494A45-C07C-4799-A516-9F34C0BD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28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Just Ask for Calibration: Strategies for Eliciting Calibrated Confidence Scores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from Language Models Fine-Tuned with Human Feedback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169BA05-0DED-49D4-91B4-DA75F24A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47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9ffb486ed8941ba"/>
              </a:rPr>
              <a:t>https://aclanthology.org/2023.emnlp-main.330/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2218CA0-5D52-40B7-9B8A-4FC2B049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[R2] Snell, Lee, Xu &amp; Kumar · arXiv 2024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B869ACB-8063-4C13-A799-BFE3F2AA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52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Scaling LLM Test-Time Compute Optimally can be More Effective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than Scaling Model Parameters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DEBFF37-9EB2-4730-8533-F3D74E80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71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a0f92ed036b4beb"/>
              </a:rPr>
              <a:t>https://arxiv.org/abs/2408.03314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BBC4A44-1B06-4299-B3AA-96B1C5D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14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[R3] Han et al. · arXiv 2024（2025 修訂）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43DA108-2456-4465-BD26-C5016490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76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Token-Budget-Aware LLM Reasoning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以題目相關的 token 預算提示改善推理效率。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3CDD06E-5900-41DD-B318-44C9DEF3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95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1d26271030d4084"/>
              </a:rPr>
              <a:t>https://arxiv.org/abs/2412.18547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fld id="{CCF91274-D221-1BB4-3BF9-836E3AD31EBE}" type="slidenum">
              <a:rPr sz="105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參考文獻 2／2｜IRT 與自適應停止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AD7BA6B-3D47-4CEB-A718-B92DAAD4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實驗來源 [D1–D6] 已附在各頁講者備註；使用 GitHub commit f4fbadb 固定版本，避免日後更新造成數字混淆。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48864EF-18C5-4C92-B742-88FA3D4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[R4] Chen et al. · IEEE IRI 2026／arXiv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89A19A5-F29E-41E4-8C36-1C61EA5E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28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Latent Confidence Alignment for LLM Self-Assessment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學姐研究脈絡：以 Rasch／IRT 參考衡量自我評估。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D1FBC68-89EA-44C4-94CD-2D46DB2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47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fa339c9454a46ba"/>
              </a:rPr>
              <a:t>https://arxiv.org/abs/2606.21937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050F2FE-73BD-451F-A7FB-64F5C188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[R5] Kim, Lee &amp; Kim · Findings of EACL 2026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91315BC-84E6-4A30-8827-AEFB827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52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Think Just Enough: Leveraging Self-Assessed Confidence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for Adaptive Reasoning in Language Models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32D854E-E80B-43ED-A19C-386A2F28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71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61ba3e2095948e6"/>
              </a:rPr>
              <a:t>https://aclanthology.org/2026.findings-eacl.263/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FDE5FFD-AA0A-43E3-9A90-4EA311C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14850"/>
            <a:ext cx="11401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[R6] Wu, Zhou, Bates &amp; Jaakkola · EMNLP 2025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84ACA5E-3641-4076-B3C9-57C61E8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76800"/>
            <a:ext cx="11401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Thought calibration: Efficient and confident test-time scaling</a:t>
            </a:r>
          </a:p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利用隱藏表徵上的輕量探測器判斷停止時機。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5F05821-4C1F-4BA9-A43A-37D559BD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9592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D8DFF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ac894f734c640ab"/>
              </a:rPr>
              <a:t>https://aclanthology.org/2025.emnlp-main.722/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2026-09-16T08:41:26.4880000Z</dcterms:created>
  <dcterms:modified xsi:type="dcterms:W3CDTF">2026-09-16T08:41:26.4880000Z</dcterms:modified>
</coreProperties>
</file>