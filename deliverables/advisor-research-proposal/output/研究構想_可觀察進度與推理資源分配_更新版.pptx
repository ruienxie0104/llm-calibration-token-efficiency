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3fba5e8924606" /><Relationship Type="http://schemas.openxmlformats.org/officeDocument/2006/relationships/extended-properties" Target="/docProps/app.xml" Id="R12d111933d7f442c" /><Relationship Type="http://schemas.openxmlformats.org/officeDocument/2006/relationships/officeDocument" Target="/ppt/presentation.xml" Id="Re946218e9c5045f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9b7167bff584882"/>
  </p:sldMasterIdLst>
  <p:notesMasterIdLst>
    <p:notesMasterId xmlns:r="http://schemas.openxmlformats.org/officeDocument/2006/relationships" r:id="R5ac3355311ab4170"/>
  </p:notesMasterIdLst>
  <p:sldIdLst>
    <p:sldId xmlns:r="http://schemas.openxmlformats.org/officeDocument/2006/relationships" id="256" r:id="R58857c5d7b5f4f1a"/>
    <p:sldId xmlns:r="http://schemas.openxmlformats.org/officeDocument/2006/relationships" id="257" r:id="R684139f2c7f640c5"/>
    <p:sldId xmlns:r="http://schemas.openxmlformats.org/officeDocument/2006/relationships" id="258" r:id="R6e4784b11ac4414d"/>
    <p:sldId xmlns:r="http://schemas.openxmlformats.org/officeDocument/2006/relationships" id="259" r:id="R5fb44fbf76e54073"/>
    <p:sldId xmlns:r="http://schemas.openxmlformats.org/officeDocument/2006/relationships" id="260" r:id="R900f5511ee9f4551"/>
    <p:sldId xmlns:r="http://schemas.openxmlformats.org/officeDocument/2006/relationships" id="261" r:id="R206e25a48aa6489a"/>
    <p:sldId xmlns:r="http://schemas.openxmlformats.org/officeDocument/2006/relationships" id="262" r:id="R2100588225ac440d"/>
    <p:sldId xmlns:r="http://schemas.openxmlformats.org/officeDocument/2006/relationships" id="263" r:id="Re018509c298c4f08"/>
    <p:sldId xmlns:r="http://schemas.openxmlformats.org/officeDocument/2006/relationships" id="264" r:id="R7207c580c4fb4a67"/>
    <p:sldId xmlns:r="http://schemas.openxmlformats.org/officeDocument/2006/relationships" id="265" r:id="Rd2dcad0dcdbd4436"/>
    <p:sldId xmlns:r="http://schemas.openxmlformats.org/officeDocument/2006/relationships" id="266" r:id="R5fbfa6e595f74d8d"/>
    <p:sldId xmlns:r="http://schemas.openxmlformats.org/officeDocument/2006/relationships" id="267" r:id="R7ac5f1ae65a24944"/>
    <p:sldId xmlns:r="http://schemas.openxmlformats.org/officeDocument/2006/relationships" id="268" r:id="Rc6c359c918524c9c"/>
    <p:sldId xmlns:r="http://schemas.openxmlformats.org/officeDocument/2006/relationships" id="269" r:id="R6ee8b13f759a406c"/>
    <p:sldId xmlns:r="http://schemas.openxmlformats.org/officeDocument/2006/relationships" id="270" r:id="R262b3a804bb44d50"/>
    <p:sldId xmlns:r="http://schemas.openxmlformats.org/officeDocument/2006/relationships" id="271" r:id="Re8cb8487f5994039"/>
    <p:sldId xmlns:r="http://schemas.openxmlformats.org/officeDocument/2006/relationships" id="272" r:id="R6bfac925552f4fa8"/>
    <p:sldId xmlns:r="http://schemas.openxmlformats.org/officeDocument/2006/relationships" id="273" r:id="R2bc0c12dc89144b7"/>
    <p:sldId xmlns:r="http://schemas.openxmlformats.org/officeDocument/2006/relationships" id="274" r:id="Rc3957de6b7d74992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0b415f6a394e4046"/>
      <p:bold xmlns:r="http://schemas.openxmlformats.org/officeDocument/2006/relationships" r:id="Rc21804b718dc49b7"/>
      <p:italic xmlns:r="http://schemas.openxmlformats.org/officeDocument/2006/relationships" r:id="Rc577570b5e984ea5"/>
      <p:boldItalic xmlns:r="http://schemas.openxmlformats.org/officeDocument/2006/relationships" r:id="Rc1c73d2faf0f4c3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d63e340fa4544" /><Relationship Type="http://schemas.openxmlformats.org/officeDocument/2006/relationships/slideMaster" Target="/ppt/slideMasters/slideMaster1.xml" Id="Ra9b7167bff584882" /><Relationship Type="http://schemas.openxmlformats.org/officeDocument/2006/relationships/notesMaster" Target="/ppt/notesMasters/notesMaster1.xml" Id="R5ac3355311ab4170" /><Relationship Type="http://schemas.openxmlformats.org/officeDocument/2006/relationships/presProps" Target="/ppt/presProps.xml" Id="R794b04e3ebf7466c" /><Relationship Type="http://schemas.openxmlformats.org/officeDocument/2006/relationships/viewProps" Target="/ppt/viewProps.xml" Id="R2e80fed656e14275" /><Relationship Type="http://schemas.openxmlformats.org/officeDocument/2006/relationships/tableStyles" Target="/ppt/tableStyles.xml" Id="Rb28a3d4e782a427d" /><Relationship Type="http://schemas.openxmlformats.org/officeDocument/2006/relationships/font" Target="/ppt/fonts/font.dat" Id="R0b415f6a394e4046" /><Relationship Type="http://schemas.openxmlformats.org/officeDocument/2006/relationships/font" Target="/ppt/fonts/font2.dat" Id="Rc21804b718dc49b7" /><Relationship Type="http://schemas.openxmlformats.org/officeDocument/2006/relationships/font" Target="/ppt/fonts/font3.dat" Id="Rc577570b5e984ea5" /><Relationship Type="http://schemas.openxmlformats.org/officeDocument/2006/relationships/font" Target="/ppt/fonts/font4.dat" Id="Rc1c73d2faf0f4c35" /><Relationship Type="http://schemas.openxmlformats.org/officeDocument/2006/relationships/slide" Target="/ppt/slides/slide1.xml" Id="R58857c5d7b5f4f1a" /><Relationship Type="http://schemas.openxmlformats.org/officeDocument/2006/relationships/slide" Target="/ppt/slides/slide2.xml" Id="R684139f2c7f640c5" /><Relationship Type="http://schemas.openxmlformats.org/officeDocument/2006/relationships/slide" Target="/ppt/slides/slide3.xml" Id="R6e4784b11ac4414d" /><Relationship Type="http://schemas.openxmlformats.org/officeDocument/2006/relationships/slide" Target="/ppt/slides/slide4.xml" Id="R5fb44fbf76e54073" /><Relationship Type="http://schemas.openxmlformats.org/officeDocument/2006/relationships/slide" Target="/ppt/slides/slide5.xml" Id="R900f5511ee9f4551" /><Relationship Type="http://schemas.openxmlformats.org/officeDocument/2006/relationships/slide" Target="/ppt/slides/slide6.xml" Id="R206e25a48aa6489a" /><Relationship Type="http://schemas.openxmlformats.org/officeDocument/2006/relationships/slide" Target="/ppt/slides/slide7.xml" Id="R2100588225ac440d" /><Relationship Type="http://schemas.openxmlformats.org/officeDocument/2006/relationships/slide" Target="/ppt/slides/slide8.xml" Id="Re018509c298c4f08" /><Relationship Type="http://schemas.openxmlformats.org/officeDocument/2006/relationships/slide" Target="/ppt/slides/slide9.xml" Id="R7207c580c4fb4a67" /><Relationship Type="http://schemas.openxmlformats.org/officeDocument/2006/relationships/slide" Target="/ppt/slides/slide10.xml" Id="Rd2dcad0dcdbd4436" /><Relationship Type="http://schemas.openxmlformats.org/officeDocument/2006/relationships/slide" Target="/ppt/slides/slide11.xml" Id="R5fbfa6e595f74d8d" /><Relationship Type="http://schemas.openxmlformats.org/officeDocument/2006/relationships/slide" Target="/ppt/slides/slide12.xml" Id="R7ac5f1ae65a24944" /><Relationship Type="http://schemas.openxmlformats.org/officeDocument/2006/relationships/slide" Target="/ppt/slides/slide13.xml" Id="Rc6c359c918524c9c" /><Relationship Type="http://schemas.openxmlformats.org/officeDocument/2006/relationships/slide" Target="/ppt/slides/slide14.xml" Id="R6ee8b13f759a406c" /><Relationship Type="http://schemas.openxmlformats.org/officeDocument/2006/relationships/slide" Target="/ppt/slides/slide15.xml" Id="R262b3a804bb44d50" /><Relationship Type="http://schemas.openxmlformats.org/officeDocument/2006/relationships/slide" Target="/ppt/slides/slide16.xml" Id="Re8cb8487f5994039" /><Relationship Type="http://schemas.openxmlformats.org/officeDocument/2006/relationships/slide" Target="/ppt/slides/slide17.xml" Id="R6bfac925552f4fa8" /><Relationship Type="http://schemas.openxmlformats.org/officeDocument/2006/relationships/slide" Target="/ppt/slides/slide18.xml" Id="R2bc0c12dc89144b7" /><Relationship Type="http://schemas.openxmlformats.org/officeDocument/2006/relationships/slide" Target="/ppt/slides/slide19.xml" Id="Rc3957de6b7d7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5e2fd4e4f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3d139ef682404f" /><Relationship Type="http://schemas.openxmlformats.org/officeDocument/2006/relationships/notesMaster" Target="/ppt/notesMasters/notesMaster1.xml" Id="R184ed209a11d4e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9a92624c1240be" /><Relationship Type="http://schemas.openxmlformats.org/officeDocument/2006/relationships/notesMaster" Target="/ppt/notesMasters/notesMaster1.xml" Id="R0a1768ce9505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3caec07b06459f" /><Relationship Type="http://schemas.openxmlformats.org/officeDocument/2006/relationships/notesMaster" Target="/ppt/notesMasters/notesMaster1.xml" Id="Rcc5f1cf7b20f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ab3df0e6a4666" /><Relationship Type="http://schemas.openxmlformats.org/officeDocument/2006/relationships/notesMaster" Target="/ppt/notesMasters/notesMaster1.xml" Id="Rc4402b9f991140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a672a92024b9b" /><Relationship Type="http://schemas.openxmlformats.org/officeDocument/2006/relationships/notesMaster" Target="/ppt/notesMasters/notesMaster1.xml" Id="R0fc4983e6a69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59f9917904cfa" /><Relationship Type="http://schemas.openxmlformats.org/officeDocument/2006/relationships/notesMaster" Target="/ppt/notesMasters/notesMaster1.xml" Id="R781be24a0c1541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8ec865eaf9484c" /><Relationship Type="http://schemas.openxmlformats.org/officeDocument/2006/relationships/notesMaster" Target="/ppt/notesMasters/notesMaster1.xml" Id="R4d64a30a14dd48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552e9c30d46c1" /><Relationship Type="http://schemas.openxmlformats.org/officeDocument/2006/relationships/notesMaster" Target="/ppt/notesMasters/notesMaster1.xml" Id="Ra389140627444a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e898420bc742a1" /><Relationship Type="http://schemas.openxmlformats.org/officeDocument/2006/relationships/notesMaster" Target="/ppt/notesMasters/notesMaster1.xml" Id="Rabfed0eb80a646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94b615d5894b1a" /><Relationship Type="http://schemas.openxmlformats.org/officeDocument/2006/relationships/notesMaster" Target="/ppt/notesMasters/notesMaster1.xml" Id="Rd0e149bd3b4947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55cda19c24454a" /><Relationship Type="http://schemas.openxmlformats.org/officeDocument/2006/relationships/notesMaster" Target="/ppt/notesMasters/notesMaster1.xml" Id="R4cc1285f6bff43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713475538c4b36" /><Relationship Type="http://schemas.openxmlformats.org/officeDocument/2006/relationships/notesMaster" Target="/ppt/notesMasters/notesMaster1.xml" Id="Re1807e06e4824c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e2068a4f394a21" /><Relationship Type="http://schemas.openxmlformats.org/officeDocument/2006/relationships/notesMaster" Target="/ppt/notesMasters/notesMaster1.xml" Id="R35832d08f3ba4b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f85c056f224bfc" /><Relationship Type="http://schemas.openxmlformats.org/officeDocument/2006/relationships/notesMaster" Target="/ppt/notesMasters/notesMaster1.xml" Id="Rb2af6f651b3f4b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3942ec0ef24920" /><Relationship Type="http://schemas.openxmlformats.org/officeDocument/2006/relationships/notesMaster" Target="/ppt/notesMasters/notesMaster1.xml" Id="R6c9c1386ad504a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217adda984432c" /><Relationship Type="http://schemas.openxmlformats.org/officeDocument/2006/relationships/notesMaster" Target="/ppt/notesMasters/notesMaster1.xml" Id="Rd7ddffc30cb14f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c2436df8fd4856" /><Relationship Type="http://schemas.openxmlformats.org/officeDocument/2006/relationships/notesMaster" Target="/ppt/notesMasters/notesMaster1.xml" Id="R00a5ceda852c44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3f1d3f71a84260" /><Relationship Type="http://schemas.openxmlformats.org/officeDocument/2006/relationships/notesMaster" Target="/ppt/notesMasters/notesMaster1.xml" Id="R385286ed259346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07f01252ed4087" /><Relationship Type="http://schemas.openxmlformats.org/officeDocument/2006/relationships/notesMaster" Target="/ppt/notesMasters/notesMaster1.xml" Id="R465fcd9b369e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開場先說研究問題：每題都給相同推理預算並不經濟。我們想讓系統先觀察模型的第一段輸出，再把有限的續寫資源留給最可能受益的題目。今天重點是目前已完成的方法框架與確認實驗。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這三類直接對應資源配置，而不是抽象的難度分類。系統真正需要知道的是：看到第一段輸出後，哪一題值得繼續。最理想的 policy 會停止已完成題目，優先處理已有可見進展的未完成題目。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這裡要區分成功機率與邊際收益。一題可能很難、成功率低，但多給 token 也沒有幫助。研究終點是判斷 continuation 的價值，並把這個判斷真正轉成 allocation policy。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這頁用來界定貢獻。自適應 test-time compute 已有研究，本研究的差異是使用者只看得到文字輸出時，能否在第一段推理後用 visible state 做低成本配置。這個定位比宣稱完整原創更穩健。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Snell, Lee, Xu &amp; Kumar (2024). Scaling LLM Test-Time Compute Optimally can be More Effective than Scaling Model Parameters. arXiv:2408.03314. https://arxiv.org/abs/2408.03314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Han et al. (2024; revised 2025). Token-Budget-Aware LLM Reasoning. arXiv:2412.18547. https://arxiv.org/abs/2412.18547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Wu, Zhou, Bates &amp; Jaakkola (2025). Thought calibration: Efficient and confident test-time scaling. EMNLP. https://aclanthology.org/2025.emnlp-main.722/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流程有四步：輸入題目、跑固定 prefix、判斷 visible state、選擇 stop 或 continuation。這個 controller 不需要知道模型內部 hidden state，也不需再呼叫一個評分模型，因此可用於一般 API 型服務。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https://github.com/ruienxie0104/llm-calibration-token-efficiency/blob/0d0a54e/experiments/v3-budget-pilot/research_overview_draft_zh.md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 代表 parser 已找到 final answer。Visible unfinished 代表看得到推導但沒有答案，是主方法選擇續寫的狀態。Empty unfinished 沒有 visible content，policy 先停止。分類不看答案是否正確，因此可在部署時使用。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這張圖是可部署 policy 的實際流程。所有題目先做 prefix。只有 visible unfinished 會再發 continuation request。Complete 直接保留答案，empty unfinished 若沒有答案則 unresolved。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https://github.com/ruienxie0104/llm-calibration-token-efficiency/blob/0d0a54e/experiments/v3-budget-pilot/research_overview_draft_zh.md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第一層確認 visible state 有辨識力。第二層把訊號實際轉成 allocation policy。第三層固定規則，再用新題目做確認。這個順序避免只報一個高 PR-AUC，卻沒有證明它能改善 accuracy-cost trade-off。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https://github.com/ruienxie0104/llm-calibration-token-efficiency/blob/0d0a54e/experiments/v3-budget-pilot/results/process_stage2p_report_formal.md</a:t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完整 action bank 讓我們知道每題在 stop 和 continue 下會發生什麼，因此可以公平重播 fixed low、fixed continue、random、question-only、visible-progress 與 oracle。正式部署不會每題都跑兩次。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https://github.com/ruienxie0104/llm-calibration-token-efficiency/blob/0d0a54e/experiments/v3-budget-pilot/results/process_stage3_formal_raw.json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主要 baseline 不是只匹配 continuation 數量，而是匹配預期實際 token。Random 對每題使用同一選擇機率，因此不含任何訊號。它是 action-bank 下的公平 evaluation benchmark，不代表線上 random 事先知道每次 future cost。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這是規則形成的依據。Visible unfinished 在兩模型都有高比例收益，complete 沒有正向收益，GPT 的 empty unfinished 也沒有收益。因此 Stage 3 在看到新資料前固定為只續寫 visible unfinished。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https://github.com/ruienxie0104/llm-calibration-token-efficiency/blob/0d0a54e/experiments/v3-budget-pilot/results/process_stage2p_report_formal.md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Stage 3 使用新的六十題，Level 3 和 4 各半。每題在兩個模型各有 prefix 與 continuation，共兩百四十筆。Bootstrap 以 question ID 重抽，確保同一題在兩模型的觀測一起保留。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https://github.com/ruienxie0104/llm-calibration-token-efficiency/blob/0d0a54e/experiments/v3-budget-pilot/results/process_stage3_formal_raw.json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這是主要結果。在完全相同的預期 continuation token 成本下，GPT 提升 9.62 個百分點，DeepSeek 提升 4.25 個百分點。Pooled 提升 6.78 點，信賴區間不含零。DeepSeek 只有四個 visible cases，所以個別模型證據量較少。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https://github.com/ruienxie0104/llm-calibration-token-efficiency/blob/0d0a54e/experiments/v3-budget-pilot/results/process_stage3_analysis.json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GPT 是最清楚的確認結果。Visible policy 與主要 random 成本完全相同，但多 9.62 個百分點。它也比所有題目都續寫更準，平均 token 少約百分之三十九。與 count-matched oracle 只差 1.67 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DeepSeek 多數題目在 prefix 已完成，因此配置機會只有四題。Visible policy 和全部續寫同為 86.67%，但平均 token 少約百分之四十八。三個 visible case 被救回，但事件數低於事前設定的五題 support threshold。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機制很直觀：complete 幾乎沒有正向收益，GPT 甚至有三題被續寫改壞。Visible unfinished 的收益最集中。Empty unfinished 偶爾可能成功，但大多 unresolved。這支持把 visible progress 作為第一個簡單 controller。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貢獻不在複雜模型，而在把 observable state 轉成可部署 policy，並用成本匹配的 action bank 驗證。這種設計明確區分 prediction performance 與真正的 allocation performance。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目前已足以形成方法論主線，但外部泛化仍是下一步。最重要的是換任務與預算，並使用事先指定的全域 ledger，讓線上 policy 在不知道 future cost 的情況下也能接受公平評估。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最後希望老師協助三件事：確認 visible-progress 是否作為論文主軸，選擇最有價值的外部驗證，以及決定投稿時要強調 black-box controller、process state 還是成本匹配的 evaluation design。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a3e08b90c43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f3975ba8d4f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6882d57604b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4adfafb1c4c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ad294fff74e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2b265d70c45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047fc3bba4c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e8bb461a0423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67e6eaf80747a9" /><Relationship Type="http://schemas.openxmlformats.org/officeDocument/2006/relationships/slideLayout" Target="/ppt/slideLayouts/slideLayout1.xml" Id="R4b5900a1509b48dd" /><Relationship Type="http://schemas.openxmlformats.org/officeDocument/2006/relationships/slideLayout" Target="/ppt/slideLayouts/slideLayout2.xml" Id="Rede8590e57e84387" /><Relationship Type="http://schemas.openxmlformats.org/officeDocument/2006/relationships/slideLayout" Target="/ppt/slideLayouts/slideLayout3.xml" Id="R8f6221a3dacf484c" /><Relationship Type="http://schemas.openxmlformats.org/officeDocument/2006/relationships/slideLayout" Target="/ppt/slideLayouts/slideLayout4.xml" Id="R659fc06f03974d3b" /><Relationship Type="http://schemas.openxmlformats.org/officeDocument/2006/relationships/slideLayout" Target="/ppt/slideLayouts/slideLayout5.xml" Id="R4ceaa852360041e8" /><Relationship Type="http://schemas.openxmlformats.org/officeDocument/2006/relationships/slideLayout" Target="/ppt/slideLayouts/slideLayout6.xml" Id="Rb2c0bef914f1487e" /><Relationship Type="http://schemas.openxmlformats.org/officeDocument/2006/relationships/slideLayout" Target="/ppt/slideLayouts/slideLayout7.xml" Id="R2b630c3b261542f4" /><Relationship Type="http://schemas.openxmlformats.org/officeDocument/2006/relationships/slideLayout" Target="/ppt/slideLayouts/slideLayout8.xml" Id="Rf57a8f4147bf4c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900a1509b48dd"/>
    <p:sldLayoutId xmlns:r="http://schemas.openxmlformats.org/officeDocument/2006/relationships" id="2147483650" r:id="Rede8590e57e84387"/>
    <p:sldLayoutId xmlns:r="http://schemas.openxmlformats.org/officeDocument/2006/relationships" id="2147483651" r:id="R8f6221a3dacf484c"/>
    <p:sldLayoutId xmlns:r="http://schemas.openxmlformats.org/officeDocument/2006/relationships" id="2147483652" r:id="R659fc06f03974d3b"/>
    <p:sldLayoutId xmlns:r="http://schemas.openxmlformats.org/officeDocument/2006/relationships" id="2147483653" r:id="R4ceaa852360041e8"/>
    <p:sldLayoutId xmlns:r="http://schemas.openxmlformats.org/officeDocument/2006/relationships" id="2147483654" r:id="Rb2c0bef914f1487e"/>
    <p:sldLayoutId xmlns:r="http://schemas.openxmlformats.org/officeDocument/2006/relationships" id="2147483655" r:id="R2b630c3b261542f4"/>
    <p:sldLayoutId xmlns:r="http://schemas.openxmlformats.org/officeDocument/2006/relationships" id="2147483656" r:id="Rf57a8f4147bf4c0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7b731e6e44fbe" /><Relationship Type="http://schemas.openxmlformats.org/officeDocument/2006/relationships/notesSlide" Target="/ppt/notesSlides/notesSlide1.xml" Id="Rbb0de27b83ad4e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a63e3b6d04aaf" /><Relationship Type="http://schemas.openxmlformats.org/officeDocument/2006/relationships/notesSlide" Target="/ppt/notesSlides/notesSlide2.xml" Id="Rd9f8200bbd9346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76ef7a1ff4b79" /><Relationship Type="http://schemas.openxmlformats.org/officeDocument/2006/relationships/notesSlide" Target="/ppt/notesSlides/notesSlide3.xml" Id="Rd1b7b8c0131c44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f57c492b146fd" /><Relationship Type="http://schemas.openxmlformats.org/officeDocument/2006/relationships/notesSlide" Target="/ppt/notesSlides/notesSlide4.xml" Id="R14c726d28acb4d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3cb79862541cc" /><Relationship Type="http://schemas.openxmlformats.org/officeDocument/2006/relationships/notesSlide" Target="/ppt/notesSlides/notesSlide5.xml" Id="Rfed2005807a14e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c51a425034247" /><Relationship Type="http://schemas.openxmlformats.org/officeDocument/2006/relationships/notesSlide" Target="/ppt/notesSlides/notesSlide6.xml" Id="R9886ffe4a7ba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3cfbbfe8b418e" /><Relationship Type="http://schemas.openxmlformats.org/officeDocument/2006/relationships/notesSlide" Target="/ppt/notesSlides/notesSlide7.xml" Id="R19dd28c83f15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58108a2a74d2f" /><Relationship Type="http://schemas.openxmlformats.org/officeDocument/2006/relationships/notesSlide" Target="/ppt/notesSlides/notesSlide8.xml" Id="R63c4ee094ff54c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ac284713943ec" /><Relationship Type="http://schemas.openxmlformats.org/officeDocument/2006/relationships/notesSlide" Target="/ppt/notesSlides/notesSlide9.xml" Id="R5b00b62967cc43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78ac7bab94534" /><Relationship Type="http://schemas.openxmlformats.org/officeDocument/2006/relationships/notesSlide" Target="/ppt/notesSlides/notesSlide10.xml" Id="R17b145f5041f4d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a4b29be404481" /><Relationship Type="http://schemas.openxmlformats.org/officeDocument/2006/relationships/notesSlide" Target="/ppt/notesSlides/notesSlide11.xml" Id="Rf58bcdf466834d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c19435fbf48a7" /><Relationship Type="http://schemas.openxmlformats.org/officeDocument/2006/relationships/notesSlide" Target="/ppt/notesSlides/notesSlide12.xml" Id="R745195f99a7c4a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a87f6c50f4178" /><Relationship Type="http://schemas.openxmlformats.org/officeDocument/2006/relationships/chart" Target="/ppt/slides/charts/chart1.xml" Id="R26f480a471c44eae" /><Relationship Type="http://schemas.openxmlformats.org/officeDocument/2006/relationships/notesSlide" Target="/ppt/notesSlides/notesSlide13.xml" Id="R9f0316ebfbbf4c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0ef86e78848c6" /><Relationship Type="http://schemas.openxmlformats.org/officeDocument/2006/relationships/chart" Target="/ppt/slides/charts/chart2.xml" Id="R33692cfed5034725" /><Relationship Type="http://schemas.openxmlformats.org/officeDocument/2006/relationships/notesSlide" Target="/ppt/notesSlides/notesSlide14.xml" Id="R8b0cb200655146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368716b9c481a" /><Relationship Type="http://schemas.openxmlformats.org/officeDocument/2006/relationships/chart" Target="/ppt/slides/charts/chart3.xml" Id="Racda8f93896640e0" /><Relationship Type="http://schemas.openxmlformats.org/officeDocument/2006/relationships/notesSlide" Target="/ppt/notesSlides/notesSlide15.xml" Id="R09b74267f29743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df9bbed9243a8" /><Relationship Type="http://schemas.openxmlformats.org/officeDocument/2006/relationships/notesSlide" Target="/ppt/notesSlides/notesSlide16.xml" Id="Rc1d174e70c0346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89bc6ed9b4af1" /><Relationship Type="http://schemas.openxmlformats.org/officeDocument/2006/relationships/notesSlide" Target="/ppt/notesSlides/notesSlide17.xml" Id="R70df001cb5cd4e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e0f9098d74fa3" /><Relationship Type="http://schemas.openxmlformats.org/officeDocument/2006/relationships/notesSlide" Target="/ppt/notesSlides/notesSlide18.xml" Id="R3f9417821ab54e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5fc4574ee4435" /><Relationship Type="http://schemas.openxmlformats.org/officeDocument/2006/relationships/notesSlide" Target="/ppt/notesSlides/notesSlide19.xml" Id="R2d3f49dcd3fb43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Cost-calibrated random</c:v>
          </c:tx>
          <c:spPr>
            <a:solidFill xmlns:a="http://schemas.openxmlformats.org/drawingml/2006/main">
              <a:srgbClr val="6DCBF4"/>
            </a:solidFill>
          </c:spPr>
          <c:cat>
            <c:strRef>
              <c:f>'Chart Data'!$A$2:$A$3</c:f>
              <c:strCache>
                <c:ptCount val="2"/>
                <c:pt idx="0">
                  <c:v>GPT-120B</c:v>
                </c:pt>
                <c:pt idx="1">
                  <c:v>DeepSeek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60.38</c:v>
                </c:pt>
                <c:pt idx="1">
                  <c:v>82.42</c:v>
                </c:pt>
              </c:numCache>
            </c:numRef>
          </c:val>
        </c:ser>
        <c:ser>
          <c:idx val="1"/>
          <c:order val="1"/>
          <c:tx>
            <c:v>Visible-Progress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Data'!$C$2:$C$3</c:f>
              <c:strCache>
                <c:ptCount val="2"/>
                <c:pt idx="0">
                  <c:v>GPT-120B</c:v>
                </c:pt>
                <c:pt idx="1">
                  <c:v>DeepSeek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70</c:v>
                </c:pt>
                <c:pt idx="1">
                  <c:v>86.67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5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61616"/>
              </a:solidFill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Data'!$A$2:$A$6</c:f>
              <c:strCache>
                <c:ptCount val="5"/>
                <c:pt idx="0">
                  <c:v>Fixed Low</c:v>
                </c:pt>
                <c:pt idx="1">
                  <c:v>Random</c:v>
                </c:pt>
                <c:pt idx="2">
                  <c:v>Question-only</c:v>
                </c:pt>
                <c:pt idx="3">
                  <c:v>Visible</c:v>
                </c:pt>
                <c:pt idx="4">
                  <c:v>Fixed Continue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58.33</c:v>
                </c:pt>
                <c:pt idx="1">
                  <c:v>60.38</c:v>
                </c:pt>
                <c:pt idx="2">
                  <c:v>66.67</c:v>
                </c:pt>
                <c:pt idx="3">
                  <c:v>70</c:v>
                </c:pt>
                <c:pt idx="4">
                  <c:v>66.67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75"/>
          <c:min val="5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75A9B"/>
            </a:solidFill>
          </c:spPr>
          <c:cat>
            <c:strRef>
              <c:f>'Chart Data'!$A$2:$A$5</c:f>
              <c:strCache>
                <c:ptCount val="4"/>
                <c:pt idx="0">
                  <c:v>Fixed Low</c:v>
                </c:pt>
                <c:pt idx="1">
                  <c:v>Random</c:v>
                </c:pt>
                <c:pt idx="2">
                  <c:v>Visible</c:v>
                </c:pt>
                <c:pt idx="3">
                  <c:v>Fixed Continue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81.67</c:v>
                </c:pt>
                <c:pt idx="1">
                  <c:v>82.42</c:v>
                </c:pt>
                <c:pt idx="2">
                  <c:v>86.67</c:v>
                </c:pt>
                <c:pt idx="3">
                  <c:v>86.67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75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51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可觀察進度驅動的</a:t>
            </a:r>
          </a:p>
          <a:p xmlns:a="http://schemas.openxmlformats.org/drawingml/2006/main">
            <a:pPr>
              <a:buNone/>
              <a:defRPr sz="51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51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推理資源分配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10668000" cy="12001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Visible-Progress Allocation for Test-Time Compute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研究框架、確認實驗與最新結果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LLM 推理效率研究 · 指導討論 · 2026.09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CBAEABBA-AD62-52D1-5588-17C604158753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有限的 test-time compute 應該分給哪些題目？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AE16204-EDE0-4D07-99B9-D1021CF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Token：模型處理文字的基本單位，不等於中文字數；輸出 token 是本研究的成本代理量。[R2, R3]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F4E735C-E1AC-4246-AFBD-469C3B3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研究目標：在相同實際 token 成本下，提高整體正確率。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850138E-F553-454D-B131-A683BC99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固定長度無法區分已完成、可續寫完成，以及缺乏可見進展的案例。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E2482A0-2931-44E0-A203-54F59637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已完成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6002F41-87D2-44C2-A2C8-A06700DA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再增加推理通常沒有收益，甚至可能改壞原本答案。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適合及早停止。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78AC69C-BBF3-4CCE-A16A-83378AB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有進展但未完成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04DBD89-F0F5-4086-802A-B00039AC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模型已有可觀察的推導內容，只差完成答案。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最值得優先投入 continuation。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4C669BD-4589-480B-8B1A-7FC86522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沒有可見進展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8402ED2-97DF-419E-8F61-5DD4C496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低預算內沒有留下可用內容。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追加相同動作的價值通常較低。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0BADEEDC-EEE1-8597-0639-A35D9BA153EC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研究問題與核心假設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7B5A56B-2EEE-4E30-849F-318CADE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新版格式與推理設定下：354／360 筆成功解析（98.3%）。事前信心是獨立呼叫，不代表模型完全未做內部推理。[D1, D4]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18C2471-118A-4D53-91D7-D2437E24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決策發生在 prefix 之後、continuation 之前；不使用答案或未來結果。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9F2AF4D-6524-4FA7-9E17-ED97DDB5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研究焦點是額外運算的邊際價值，而非只預測題目會不會答對。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6E44F2A-BD75-44BD-B10B-9DE4CAB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研究問題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7D10A08-9E3F-49F1-890C-5718557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模型完成第一段推理後，能否只根據可見輸出，預測 continuation 是否值得？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在總資源有限時，這個訊號能否改善 accuracy–cost trade-off？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3AD8B38-EBDE-459E-8693-9462771E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核心假設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D80B5C3-235D-4BC9-A8C3-16AD1CBB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可見推理進度反映模型是否接近可交付答案。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只對 visible unfinished 案例續寫，應能比不看訊號的分配方式更有效。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F9970F6C-59B2-055B-5132-2DC31A7003A7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研究定位：自適應計算已有文獻，本研究聚焦可觀察的 post-prefix 狀態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1E6B71B-BE3C-47BA-80ED-331F268F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不主張首次研究自適應運算；具體切入點是 black-box、post-prefix、observable progress 與 continuation value。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DF36E2C-A77E-4AEA-BCA5-DEC6FEA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相關工作已研究 test-time scaling、token budget 與停止策略；本研究處理 black-box API 下的可部署決策。</a:t>
            </a:r>
          </a:p>
        </p:txBody>
      </p:sp>
      <p:graphicFrame>
        <p:nvGraphicFramePr>
          <p:cNvPr id="546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57500"/>
                <a:gridCol w="6165818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研究線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代表工作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與本研究的關係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Test-time scaling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Snell et al., 2024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運算量應依題目調整，而非固定分配。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Token budget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Han et al., 2024/25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預算提示可改變推理長度與效率。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Adaptive stopping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Wu et al., 2025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推理中的狀態可支援停止決策。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本研究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Visible-Progress Allocation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只讀 visible content，在 prefix 後決定是否續寫。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5370F4AC-E6D1-01EE-6732-05F7C8E78B55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Visible-Progress Allocation 的整體框架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C55FA-CEAB-4156-A90E-4417F90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流程探勘（Process Mining）：把可觀察的推理文字標成步驟事件；不等於還原模型的真實內部思考。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79E31-4748-48EF-9601-1E1D3CF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Controller 只讀 visible content；hidden thinking 僅保留作 audit，不進入決策。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2FFC2-8870-4251-9C27-7D0FE81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143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13B3D-3AF8-4AA3-9939-A3CC1E50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題目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3F1F5-999F-4464-A5FF-BA1AF6E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8002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輸入數學問題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A9DC12-2208-4C46-805F-7F1B6A7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766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F4D0E-A200-4923-BAAF-0690A16C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812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18B2E-92E0-4AE7-ADB9-11FC61DC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479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Prefix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DF816-2A0E-40E8-B5D3-C584761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14700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512-token 初次推理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3B91E-5B38-41B7-AB37-C6AF91A6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59BE3-4C80-4211-8DB4-3C6C5DB5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3D8D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E9B0C-8679-4E7C-96D6-85E3154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Progress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BE3B12-D106-46BA-B4CB-EE9E3395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2228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complete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 unfinished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empty unfinished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A57F5F-764C-41FA-9542-CC04F176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B57A7-EA3C-459E-BF24-4B2B3E91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0A63BA-1C32-4A44-BF1B-3A899AD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57A5E9-E594-4F87-BE31-1E84CECD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114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stop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或 contextual continuation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407EB8-5756-4ADD-AE99-0A23E10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共同目標：用較少的額外運算，得到更多正確答案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39BFB0FA-5DC7-50DB-D53A-0B6D0E34987E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三種可觀察進度狀態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944F3D5-5362-4F47-B313-F51F716D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Brace-aware parser 處理巢狀 LaTeX；continuation 無可解析答案時採用既定 fallback 規則。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E8D621F-5523-46CC-97BD-C2C8413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狀態分類完全由 prefix 的 visible content 與答案 parser 決定。</a:t>
            </a:r>
          </a:p>
        </p:txBody>
      </p:sp>
      <p:graphicFrame>
        <p:nvGraphicFramePr>
          <p:cNvPr id="546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43375"/>
                <a:gridCol w="1952625"/>
                <a:gridCol w="3117818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State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可觀察定義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Policy action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解讀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已有可解析 boxed answer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Stop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答案已可交付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 final answer，但有非空推理內容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Continue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已有進展，可能只差完成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empty_unfinished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 final answer，visible content 為空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Stop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沒有可用進度可承接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C1C5B3A8-B30B-D205-8921-516C108AB9AB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從 prefix 到最終答案的執行流程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C55FA-CEAB-4156-A90E-4417F90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流程探勘（Process Mining）：把可觀察的推理文字標成步驟事件；不等於還原模型的真實內部思考。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3B8C1-CD10-45B6-8EA2-62307E1B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Contextual continuation 保留原題與 visible prefix，要求模型接續既有工作，不重新開始。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1517D-590B-432D-828A-36BF6A92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85875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每一題先付出相同的 prefix 成本，再依狀態決定是否追加一次運算。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0E51E-07F7-4056-BF2A-CDC92D6C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F8C16-BB90-4F28-8002-D7FE31E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Prefix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28281-B1F7-4EFB-9416-1AAAB83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80010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4B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F425A-AED1-40A5-9A1E-ED1847F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A46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867A6-BA4C-4281-9B48-383BF12D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479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A46C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0A46C"/>
                </a:solidFill>
                <a:latin typeface="Heiti TC"/>
                <a:ea typeface="Heiti TC"/>
                <a:cs typeface="Heiti TC"/>
              </a:rPr>
              <a:t>complete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ACBDC-EDF5-4826-A91E-60DABEC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003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A46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610329-1520-4A22-96C1-B592D206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A46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AF33C-B71F-4F93-8A2F-B3DDE066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A46C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0A46C"/>
                </a:solidFill>
                <a:latin typeface="Heiti TC"/>
                <a:ea typeface="Heiti TC"/>
                <a:cs typeface="Heiti TC"/>
              </a:rPr>
              <a:t>Stop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F7B328-2DC5-4724-A9CD-E46F212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A46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E71291-4DE1-4F12-89AE-E517705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prefix answer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35677-9BE9-40D0-A370-DF1489FA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8001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4B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C80CD-665F-41D8-B9D1-BCE8D718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A4AC6B-6F9A-4ECC-AEFC-6D18E5F0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visible_unfinished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7BA493-B2F2-4EF6-9117-D06649BA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0D9BF8-17E2-4312-B595-47A277E6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2FDC3F-7771-4015-9B21-A34C9FA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Continue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AC81EE-A3CE-43B4-9197-93A82B0A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EC4842-14D5-4007-A597-A758A73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continuation answer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19A0F1-B8C2-475E-8890-C628BDEF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80010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4B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DCF8CA-E33E-465F-A9A4-6D5ECCDE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29125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862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4DCCE9-2BE1-4503-AAC3-34F18F98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386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862B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E6862B"/>
                </a:solidFill>
                <a:latin typeface="Heiti TC"/>
                <a:ea typeface="Heiti TC"/>
                <a:cs typeface="Heiti TC"/>
              </a:rPr>
              <a:t>empty_unfinished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2EE95F-EB9A-42DE-88DC-9010FA0F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862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AECA2E-4F11-48BA-BBAB-A4EDDEE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862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0BDB25-619D-4BAF-9527-FFA6A44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386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862B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E6862B"/>
                </a:solidFill>
                <a:latin typeface="Heiti TC"/>
                <a:ea typeface="Heiti TC"/>
                <a:cs typeface="Heiti TC"/>
              </a:rPr>
              <a:t>Stop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33105F-3AC5-4E49-AD6D-301D7D71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862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3367F8-3BDC-429C-96F3-BDC6661C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720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unresolved / prefix fallback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22E54B70-3376-18BE-56BD-5BB8BA701776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實驗架構：訊號、介入與獨立確認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C55FA-CEAB-4156-A90E-4417F90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流程探勘（Process Mining）：把可觀察的推理文字標成步驟事件；不等於還原模型的真實內部思考。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61017-D56F-4D3B-BBF5-853AFEF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Stage 3 的規則在新題目結果出現前已固定，避免同一批資料挑規則又報成效。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1185C-9EBA-4020-9816-2CCDEA5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33500"/>
            <a:ext cx="11401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三層設計把「能預測」與「能改善資源配置」分開驗證。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681D1-1687-4A3B-AD9F-77F75573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9A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AD0A0-FFDB-403C-9A7B-A66F2E6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24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5DB289-DBD9-4DB7-B3A6-0CCD9944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90875"/>
            <a:ext cx="3568732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EA035-DD33-42D7-9B54-6DB875E2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4290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訊號驗證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14BC9-79D3-4928-8695-A2988B58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4000500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用 prefix state 預測 continuation 的邊際收益。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Process PR-AUC 0.795。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77D7F-2CA4-4865-8CFA-989C79D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524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B2666-A5D0-4725-ACE9-663646F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90875"/>
            <a:ext cx="3568732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E98141-5AEC-4331-9EE1-933EDB8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32" y="34290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介入式比較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D46B27-EDBF-4B66-8706-4CE3E8B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32" y="4000500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共同 action bank 重播不同 policy。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比較 accuracy 與實際 token。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AEE277-4D43-41B5-90DC-43DB4AA7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24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Confirm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250122-3D0C-4702-A577-8C5301DD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568732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8D8115-4FD7-4ADA-9F9B-54DAC99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Held-out confirmation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1B8C37-E921-4ACE-8ECA-94F43957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 visible-only rule。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在全新題目上重新測試。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44235D47-801C-AA1F-E2A0-5E98061CBF6D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共同 action bank 與公平比較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73A2301-B705-4D07-8FE5-25A22C2D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收集完整 action bank 是 evaluation instrument；部署時只會執行 policy 選中的 continuation。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0329F68-0389-4217-BF25-5B53A6D7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每個 model-question unit 都收集 prefix 與 continuation，讓所有政策共享相同潛在結果。</a:t>
            </a:r>
          </a:p>
        </p:txBody>
      </p:sp>
      <p:graphicFrame>
        <p:nvGraphicFramePr>
          <p:cNvPr id="546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428750"/>
                <a:gridCol w="4572000"/>
                <a:gridCol w="3308318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Action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Budget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輸入內容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用途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Prefix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題目與作答格式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形成低成本結果與 progress state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Continuation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原題、visible prefix、接續指令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形成選擇追加運算時的高 action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Policy replay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—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同一組 action records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比較 stop / continue 的 final accuracy 與成本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DB7BEEEC-A170-5376-2B6E-CB54687B0CB1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主要比較：匹配實際 continuation token 成本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7B5A56B-2EEE-4E30-849F-318CADE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新版格式與推理設定下：354／360 筆成功解析（98.3%）。事前信心是獨立呼叫，不代表模型完全未做內部推理。[D1, D4]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2681B6D-BFFC-4D14-88D6-F5BB62C0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主要 estimand：ΔAccuracy = Visible-Progress − cost-calibrated random。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3AA16CB-A7D4-442E-BEC4-1F578969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同樣選幾題不代表同樣成本，因為每次 continuation 的實際 token 不同。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B5573FB7-F5D4-42F4-B157-B5B555F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Visible-Progress 的成本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7129D21-66D1-41F2-A313-4209D6C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只對 visible unfinished 續寫。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Cᵥ = Σ Vᵢ cᵢᴴ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Vᵢ：是否為 visible unfinished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cᵢᴴ：實際 continuation tokens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B108330-AA3C-4988-86C8-5F5750D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Cost-calibrated random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2E33BDD-F5A6-419F-BE8A-E6B5258B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Random 不看 state、題目或結果。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 = Cᵥ / Σ cᵢᴴ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因此 E[random continuation cost] = Cᵥ。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30394428-F1DC-E5F6-DB0C-7DE31F3D8A23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Development evidence：visible unfinished 最常從 continuation 受益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BB6F157-87F8-4784-B240-DD04840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這批資料用來選擇 policy；正式成效由下一批 held-out Stage 3 題目判定。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8AB3C1C-6DBD-491A-ABC9-BDBA49BB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Stage 2P 的 state-level outcomes 用來固定 Stage 3 的 visible-only rule。</a:t>
            </a:r>
          </a:p>
        </p:txBody>
      </p:sp>
      <p:graphicFrame>
        <p:nvGraphicFramePr>
          <p:cNvPr id="546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571750"/>
                <a:gridCol w="1285875"/>
                <a:gridCol w="1285875"/>
                <a:gridCol w="3975068"/>
              </a:tblGrid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Prefix state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案例數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受益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結果解讀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GPT-OSS-120B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11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多數可由 contextual continuation 完成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GPT-OSS-120B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empty_unfinished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沒有可見進展時未觀察到收益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方向與 GPT 一致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兩模型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98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已完成題目不需要再分配 token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4DB16885-0D3F-A391-B669-3211DB3B26E8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Stage 3：獨立 held-out confirmatory experiment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01CEE12-9F13-40D4-B8FE-B90EA39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正式資料 240 records，無 missing action、無 API error、無 duplicate。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9F28C77-BCBB-4FFA-9F33-7F7BFD8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題目不曾用於選擇 visible-only rule；資料完整性由 manifest 與 raw-record audit 檢查。</a:t>
            </a:r>
          </a:p>
        </p:txBody>
      </p:sp>
      <p:graphicFrame>
        <p:nvGraphicFramePr>
          <p:cNvPr id="546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95750"/>
                <a:gridCol w="4975193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項目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設定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目的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正式題目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60 題 MATH-500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30 L3 + 30 L4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新的 confirmatory sample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GPT-OSS-120B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DeepSeek-V4-Flash-158B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檢查跨模型方向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Actions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512-token prefix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512-token continuation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同一 action bank 比較政策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Inference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10,000 次 question-clustered bootstrap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以題目為重抽單位，保留兩模型觀測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2DD23107-4986-8758-3A93-3D74F35908CC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13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相同預期 continuation 成本下，Visible-Progress 的正確率較高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521B22-737E-4084-9D15-6B56258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Soft QOQ；每模型 30 題 × 3 次＝90 筆。遵守率＝實際輸出 ≤ 256。這不是等成本的 Hard–Soft 因果比較。[D3]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98C9E4-7C8F-4065-B106-92D9E71D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主要 comparator 是成本校準的 action-bank benchmark；pooled inference 採 question-clustered bootstrap。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D514CA-235A-431E-A747-FF0FA37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1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兩模型方向一致；pooled accuracy difference = +6.78pp，95% CI [3.48, 10.22]。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334125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f480a471c44eae"/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00561F-4A33-4109-BECA-EFB9280B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+9.62pp　GPT</a:t>
            </a:r>
          </a:p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+4.25pp　DeepSeek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513BE9-FFE8-4C09-9324-F5C252D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Cost identity error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Pooled CI 不含 0。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 有 12 個 visible cases；DeepSeek 有 4 個，因此後者視為方向一致的支持證據。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327921A4-25C4-3DB4-06B1-32693CEE2241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14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GPT-OSS-120B：更高正確率，且比全部續寫少 39% tokens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521B22-737E-4084-9D15-6B56258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Soft QOQ；每模型 30 題 × 3 次＝90 筆。遵守率＝實際輸出 ≤ 256。這不是等成本的 Hard–Soft 因果比較。[D3]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EF5198-81AF-458E-ACCE-D642654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Mean total tokens 包含 prefix 與被選中的 continuation request。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DB8A5F-DCF6-44B0-8D0A-9D91C6C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1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Visible-Progress 選擇 12/60 題 continuation；accuracy 70.00%。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334125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692cfed5034725"/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B16C8E-0A0A-4A31-96FE-282E863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70.00% @ 667.9 tokens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1E1599-7BF4-487C-90AF-4CE52C7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Cost-matched random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60.38% @ 667.9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Fixed Continue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66.67% @ 1095.8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 policy 接近 oracle 71.67%。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EA83FA91-883A-0168-8075-96CEB9DCA3C2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DeepSeek：維持全部續寫的正確率，平均 tokens 減少 48%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521B22-737E-4084-9D15-6B56258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Soft QOQ；每模型 30 題 × 3 次＝90 筆。遵守率＝實際輸出 ≤ 256。這不是等成本的 Hard–Soft 因果比較。[D3]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C40AE9-A40E-4B90-B35E-19939302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DeepSeek 的結果顯示方法價值取決於 prefix 後仍有多少可分配案例。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9E91F7-6977-4CEC-86B3-09210AE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1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56/60 題已在 prefix 完成；只有 4 題進入 visible continuation。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334125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da8f93896640e0"/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3FA3D6-B106-4D85-BB60-201B076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86.67% @ 381.8 tokens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381EA7-28DC-4E46-B544-7F66B485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Fixed Continue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86.67% @ 733.2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4 個 visible cases 中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3 個受益。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事件少，個別模型證據量有限。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DC9C7607-4BA3-B4DC-A00F-2E67A9FCFF7E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為什麼有效：continuation value 集中在 visible unfinished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18CBF85-6B24-4FA2-8CD2-569ABBB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Brier 點估計小幅改善，但四組 AUROC 均低於 0.5；尚不能宣稱顯著改善或普遍反向排序。[D1–D2]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EB1036E-9BA7-4CE7-AD52-69FEAD9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Benefit＝prefix incorrect、continuation final correct；unresolved＝continuation 無可解析 final answer。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07041B2-30FD-4667-ABFC-61CD4E9F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Stage 3 的 state-level outcomes 顯示，狀態對額外運算的邊際價值有直接區分。</a:t>
            </a:r>
          </a:p>
        </p:txBody>
      </p:sp>
      <p:graphicFrame>
        <p:nvGraphicFramePr>
          <p:cNvPr id="546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714625"/>
                <a:gridCol w="1476375"/>
                <a:gridCol w="3333750"/>
                <a:gridCol w="2070068"/>
              </a:tblGrid>
              <a:tr h="650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State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Benefit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Unchanged / Harm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Unresolved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35 unchanged / 3 harm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 unchanged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empty_unfinished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56 unchanged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3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90F7333B-44AC-F7E9-D49D-FE92F45E0477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研究貢獻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AE16204-EDE0-4D07-99B9-D1021CF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Token：模型處理文字的基本單位，不等於中文字數；輸出 token 是本研究的成本代理量。[R2, R3]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9D88D0C-6956-4EC0-9974-0BC5AEC9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方法簡單，但可以直接嵌入 black-box LLM API 的推理流程。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B762419-7356-4288-B07E-1A4351E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研究從可觀察狀態出發，直接檢驗配置決策對 accuracy 與 token 的影響。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4033818-23D0-430E-A133-1F7EC98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可部署訊號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5FD76B7-0697-43A1-A02D-9C2310C5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只使用 visible content。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不需要 hidden states，也不增加評分模型呼叫。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8E510DD-3930-43D2-8994-FF9E23D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Policy-level evidence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E141676-8EBA-4FD8-B18E-F75E5E11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比較 stop 與 continuation 的實際結果。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主要結論建立在 matched-cost accuracy 上。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7FE2D3C-2024-4624-A584-34752E18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可重現評估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EFA928A-E928-4531-BEE1-03A4D4F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 manifest、raw action bank、parser audit、token accounting 與 clustered bootstrap。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B1C6C81E-38B9-7560-621D-5A151A79DF9B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證據範圍與下一步驗證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7B5A56B-2EEE-4E30-849F-318CADE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新版格式與推理設定下：354／360 筆成功解析（98.3%）。事前信心是獨立呼叫，不代表模型完全未做內部推理。[D1, D4]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1C53504-D250-4557-A162-270F397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主張限定於已測設定，不延伸為所有模型、任務或 test-time compute 動作。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0B76807-14FB-434D-B5C8-214AE99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目前已完成 MATH-500、兩模型、固定 prefix / continuation budget 下的 confirmatory study。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5AF53B5-080C-4BBA-8821-6A55FE93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目前可以主張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5322D82-3D27-462D-8007-1B9A6D6A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 progress 在本設定中具有 allocation value。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 得到清楚 held-out 結果，兩模型 pooled CI 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DeepSeek 顯示一致方向，但可分配事件較少。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ACDF7BCD-26DD-4146-8584-F18D4A0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下一輪外部驗證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A175F02-CAA3-44A1-AA7B-EB4C68F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更換推理資料集。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測試不同 prefix budget 與模型。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加入預先給定的全域 token ledger，檢驗線上 budget control。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CCF91274-D221-1BB4-3BF9-836E3AD31EBE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希望與老師確認的三個決策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AE16204-EDE0-4D07-99B9-D1021CF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55555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55555"/>
                </a:solidFill>
                <a:latin typeface="Heiti TC"/>
                <a:ea typeface="Heiti TC"/>
                <a:cs typeface="Heiti TC"/>
              </a:rPr>
              <a:t>Token：模型處理文字的基本單位，不等於中文字數；輸出 token 是本研究的成本代理量。[R2, R3]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E361E0B-A362-4A28-8D18-D4E6AD36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目前一句話結論：看見模型走到哪裡後，再決定是否值得繼續投入運算。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9A40568-EF18-4A01-9E33-53A2204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核心方法與確認實驗已完成；接下來需要收斂論文定位與外部驗證範圍。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5AD0E1C-94E9-471A-8DCF-EE057600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論文主軸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B2F5A34-BE5C-40A1-950D-35B05970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 visible-progress allocation 作為主要方法。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Confidence audit 放在機制與限制。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4957F0B-2F65-46ED-BED2-34CC90C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追加實驗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5E1CB0D-9271-4DB3-B33E-163375A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先跨資料集，或先測不同 prefix budget？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是否需要第三個模型？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7F5F38F-3BD7-418B-85C2-794F46EE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投稿敘事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55242DC-2CAA-445F-9C3A-967121AE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定位為 black-box test-time compute allocation。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以成本匹配 intervention 為主要證據。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2026-09-17T19:06:20.5280000Z</dcterms:created>
  <dcterms:modified xsi:type="dcterms:W3CDTF">2026-09-17T19:06:20.5280000Z</dcterms:modified>
</coreProperties>
</file>