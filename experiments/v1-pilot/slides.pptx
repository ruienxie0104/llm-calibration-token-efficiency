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老師好，今天要跟您討論的是延續學姐論文的後續研究方向。學姐證明了 IRT 難度信號能改善 LLM 的信心校準，也提到 reliability 跟 inference cost 有關聯，但沒有深入。我的研究想填補這個缺口：驗證校準好的模型能不能用更少 token 達到同樣品質。接下來我會從學姐的框架開始，帶到文獻調查結果、研究問題、實驗設計，最後有幾個問題想跟老師討論。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今天的討論分十個部分。先回顧學姐的論文和缺口，再講老師建議的 token 方向，然後是我做的深度文獻調查、四個核心缺口、研究問題、貢獻設計、實驗規劃，最後是風險評估和給老師的問題。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學姐的論文分三個階段。第一階段用 Rasch Model 把模型能力和題目難度放在同一把尺上，可以客觀算出答錯機率。第二階段設計了四種自我評估情境，從完全不給訊號到全給，讓模型自估錯誤機率。第三階段用 LCAE 指標比較模型自估和 IRT 客觀估的一致性，搭配成本效益做模型選擇。三個關鍵發現：能力強不等於自評準、IDS 最有效、校準不傷能力。但 cost 只有粗估，token 議題完全沒驗證。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老師之前指出了學姐論文的四個缺口。前三個是用更精細的 IRT 模型、解決難度訊號偏差、跟把成本估計做得更精確。但第四個最重要，也是老師給我的方向：token 使用量跟答題品質和自評準確度的關係完全沒驗證。老師建議我延續這個方向，設計簡單跟複雜任務的場景，看 token 使用量和品質的關係，目標是用更少 token 達到同等品質。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學姐證明了給難度信號能改善校準，但留下了三個沒回答的問題。第一，改善校準之後模型能不能更有效率用 token？第二，如果模型知道自己會不會，能不能少用 token？第三，自我評估準確度和 token 效率有沒有關係？這三個問題就是我的研究主軸。底部的橘色條是整個研究的邏輯：從學姐觀察到的關聯，到本研究要驗證的因果，再到最終的 token 分配優化。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我做了 16 組系統性的 arXiv 搜尋，覆蓋自我評估、校準、token 效率、IRT 等關鍵字。最關鍵的發現是：6 組精準交集查詢全部返回零結果。比如 difficulty 乘 token allocation 乘 LLM、IRT 乘 LLM evaluation 乘 cost、self-assessment 乘 reasoning cost，這些都是零。現有文獻分成五個集群，但彼此不交集。集群 A 做難度感知的 token 分配但用外部信號，集群 B 做信心校準但不碰 token，集群 C 做 test-time compute 但用 entropy 或 RL，集群 D 只有學姐一篇用 IRT，集群 E 分析冗餘但不是從自我評估角度。沒有人把這些連起來。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這張圖是文獻空白地圖。縱軸是 token 效率，橫軸從外部信號到自我評估。左邊是集群 A 的論文，全用外部信號做 token 分配。右邊是集群 B 的論文，做信心校準但不碰 token。中間偏上是 test-time compute 集群。四個紅色和黃色的框就是四個 gap。Gap 1 和 Gap 4 是三星級的主要空白：自我評估準確度能不能預測 token 需求、校準改善能不能導致 token 省下的因果鏈，都沒人做。Gap 2 和 3 是二星級：IRT 乘 token 和 verbalized confidence 做信號，也沒人測過。重點是這五個集群彼此不交集，我們的貢獻就是把它們連起來。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四個核心缺口。Gap 1 是最主要的：沒有人研究模型自我評估有多準跟它需要多少 token 之間的關係。如果這成立，我們就有了一個 training-free 的 token 分配信號，因為模型是自己知道的。Gap 2 是 IRT 的客觀難度可以用來做 token 分配，也沒人做。Gap 3 是 verbalized confidence 能不能做 token 分配信號，Kumaran 發現它追蹤 commitment 不是 correctness，這是風險也是研究問題。Gap 4 是核心機會：校準改善到 token 省下的因果鏈沒人驗證過。學姐證明了 IDS 改善校準，有人證明了 difficulty-aware allocation 減少 token，但沒有人把這兩件事連起來。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四個研究問題。RQ1 是 LCAE 能不能預測 token 需求，RQ2 是 IDS 能不能做 token 分配信號，RQ3 是校準改善到 token 省的因果鏈成不成立，RQ4 是 verbalized 和 log-prob 哪個更適合。對應四個假設。H1 和 H2 信心中高，H3 是最關鍵的但只有中等信心因為因果鏈可能不成立，H4 有 Kumaran 的證據支持。特別強調 H3：如果不成立，這本身也是一個重要發現，打破了直覺假設。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這是整個論文的故事。四個方塊從左到右是一條因果鏈。前兩步學姐已經證明了：IRT 難度信號能改善自我評估。後兩步是本研究要驗證的：更準的自我評估能不能預測 token 需求、能不能做到更高效的 token 分配。底下是一句話版本的故事：如果成立，這提供了一個 training-free 的 token 優化方法，不需要額外訓練，只需要讓模型更了解自己。這是跟 ROI-Reasoning 等競爭者最大的差別——他們需要訓練 predictor，我們用模型本身的自我評估。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四個貢獻。C1 是新發現：揭示 LCAE 和 token 需求的關係。C2 是新方法：用 IRT 難度信號預測 token 需求。C3 是新驗證：驗證校準好到 token 省的因果鏈。C4 是新框架：提出基於自我評估的 token 分配策略，而且是 training-free 的。四個貢獻涵蓋了發現、方法、驗證、框架四個層面，對應前面講的四個 gap。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五個最接近的競爭者。ROI-Reasoning 做了 meta-cognitive 預測加 budget 分配，但不用 IRT 也不用自我評估，是自訓 predictor。TRIAGE 測 metacognitive budget 但不研究校準和 token 的關係。學姐有 IRT 加校準但沒深入 token。UAB 用 log-prob 不是自我評估。LLM Already Knows 用 hidden states 不是 verbalized confidence。重點是沒有任何一篇同時做到四件事：IRT 框架、自我評估測量、token 預測、因果驗證。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實驗分三個階段。Phase 1 用學姐的 20 個模型資料，在同一 benchmark 上測量每個模型的 token 使用量，分析 LCAE 和 token 效率的相關性。Phase 2 做因果鏈驗證：學姐已經證明 IDS 能改善 LCAE，我在有無 IDS 的情況下測量 token 變化，如果 IDS 同時改善了 token 效率而且改善幅度跟 LCAE 改善幅度正相關，就支持因果鏈。Phase 3 設計分配策略：讓模型自我評估後根據信心分配 token，跟 Uniform、Oracle、外部模型等對照組比較。底下列的是從學姐那裡可以直接重用的資源。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的詳細設計。左邊是測量變量：LCAE、能力、難度都從學姐資料來，token 使用量是新增的，token efficiency 是新定義的——accuracy 除以 token usage。右邊是四個步驟：跑 20 個模型測 token、算相關性、按難度分層分析、看校準好的模型是否表現出適應性分配。預期結果有兩種：H1 成立就是 LCAE 和 token 效率正相關，尤其在困難題上更顯著；如果不成立，自我評估和 token 效率無關本身也是重要發現。控制變因包括固定 temperature、max_tokens 足夠大不截斷、同一 prompt template。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是因果鏈驗證。利用學姐已經證明的結果：IDS 能改善 LCAE，四種情境的 LCAE 好壞順序是已知的。如果 IDS 組同時也改善了 token 效率，而且改善幅度跟 LCAE 改善幅度正相關，就支持因果鏈。進一步分析包括按難度分層看 IDS 在哪個範圍影響最大、IDS 組是否表現出適應性分配、是否減少了簡單題的 overthinking。控制實驗有三種 budget 條件：free budget 讓模型自然決定、fixed budget 限制總量看分配品質、adaptive budget 根據自我評估分配。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是分配策略。Pipeline 是：模型收到題目、做自我評估、根據信心分配 token 預算、在預算內生成回答、評估品質和效率。對照組有六個：Uniform 是所有題目相同預算做基線，Oracle 是用 IRT 難度事後分配做上限，verbalized 和 log-prob 兩種自我評估測 H4，IDS-based 結合學姐框架，External estimator 對照 ROI-Reasoning 風格。評估指標包括 token efficiency、budget utilization、allocation quality 跟 Oracle 的相關性、以及 regret。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左邊是從學姐那裡直接重用的：20 個模型的 IRT 估計、題目難度參數、LCAE 計算方法、四種自我評估情境、prompt templates、benchmark 資料。這些都不需要重新做。右邊是本研究新增的：token 精確測量、token efficiency 定義、因果實驗、分配策略、verbalized vs log-prob 比較、overthinking 分析。底部的敘事銜接：學姐的故事是 IRT 到 LCAE 到 IDS 改善校準到提到 cost 關聯，我的故事是 LCAE 到 token 預測到 token 分配優化到驗證因果鏈。把學姐提到的 cost 關聯變成深入驗證的因果鏈。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五個風險。兩個高風險：第一是 verbalized confidence 可能不適合做 token 分配信號，Kumaran 發現它追蹤 commitment 不是 correctness。緩解是同時測 verbalized 和 log-prob，把它當研究問題而非假設，而且 IDS 不依賴 verbalized confidence。第二是因果鏈可能不成立，校準好不代表 token 省。緩解是不成立本身也是發現，而且要區分分配品質和總量。兩個中風險：範圍太窄和學姐資料可能沒有 token 記錄。一個低風險是 ROI-Reasoning 太接近，但差異足夠大。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六週時程。第一週確認學姐資料格式和模型清單。第二週跑 Phase 1 收集 token 資料。第三週 Phase 1 分析加 Phase 2 實驗。第四週 Phase 2 分析加 Phase 3。第五週分析和寫初稿。第六週修改定稿。如果時間不夠有四級降級方案。Level 0 是全部做完，Level 1 是 Phase 3 簡化，Level 2 只做 Phase 1 加 2，Level 3 只做 Phase 1。即使 Level 3 也還是有貢獻的——首次揭示 LCAE 和 token 的關係，可以寫 short paper 或 workshop paper。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八個問題想跟老師討論。最重要的幾個：Q1 方向是否可行；Q2 學姐資料有沒有 token 記錄、能不能拿到；Q3 投 IEEE Big Data 還是做更深；Q4 時間不夠砍哪個 Phase。Q5 是 benchmark 選擇，Q6 是 verbalized confidence 的風險還是機會，Q7 是要不要跟 nhri 記憶衝突研究結合，Q8 是 20 模型全跑還是選子集。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總結六個重點。學姐證明了 IRT 改善校準、提到了 cost 關聯但沒深入。16 組搜尋確認沒有人把校準和 token 效率連起來。本研究驗證因果鏈、提出分配策略、四個貢獻涵蓋發現方法驗證框架。最大賣點是 training-free：不需要額外訓練，只需要讓模型更了解自己。謝謝老師，歡迎討論。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286000"/>
            <a:ext cx="4876495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4389120"/>
            <a:ext cx="4876495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A5C"/>
                </a:solidFill>
                <a:latin typeface="Calibri"/>
              </a:rPr>
              <a:t>LLM Self-Assessment Calibration
x Token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6E7A"/>
                </a:solidFill>
                <a:latin typeface="Calibri"/>
              </a:rPr>
              <a:t>Research Proposal for Advisor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E8B8B"/>
                </a:solidFill>
                <a:latin typeface="Calibri"/>
              </a:rPr>
              <a:t>Can calibrated self-evaluation predict and optimize token allocation?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66928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E7A"/>
                </a:solidFill>
                <a:latin typeface="Calibri"/>
              </a:rPr>
              <a:t>Ryan  -  2026-07-04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5C"/>
                </a:solidFill>
                <a:latin typeface="Calibri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463040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08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Background: 學姐論文回顧與缺口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938528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84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Research Direction: Token 最小使用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414016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59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Literature Survey: 16 组 arXiv 搜索结果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2889504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9352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Four Core Gaps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3364992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4107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Research Questions &amp; Hypotheses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3840480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Paper Story &amp; Contributions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4315968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3616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Experiment Design (Phase 1-3)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4791456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8371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Integration with 學姐 Framework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5266944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1266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Risk Assessment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5742432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788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 Timeline &amp; Questions for Advisor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Background: 學姐論文回顧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Chen et al., IEEE IRI 2026 - LCAE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03520" cy="32004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Stage 1: 能力估計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0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Rasch Model
模型能力 + 題目難度
同一把尺
客觀算答錯機率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6480" y="1463040"/>
            <a:ext cx="3403520" cy="320040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6480" y="1463040"/>
            <a:ext cx="54864" cy="32004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3640" y="1554480"/>
            <a:ext cx="3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8B"/>
                </a:solidFill>
                <a:latin typeface="Calibri"/>
              </a:rPr>
              <a:t>Stage 2: 自我評估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3640" y="2011680"/>
            <a:ext cx="30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四種情境：
QOQ (不给訊號)
IDS (給難度訊號)
DPR (給能力位置)
Combined (全給)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5760" y="1463040"/>
            <a:ext cx="3403520" cy="3200400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5760" y="1463040"/>
            <a:ext cx="54864" cy="32004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2920" y="1554480"/>
            <a:ext cx="3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A4C93"/>
                </a:solidFill>
                <a:latin typeface="Calibri"/>
              </a:rPr>
              <a:t>Stage 3: 模型選擇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2920" y="2011680"/>
            <a:ext cx="30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LCAE 指標
比較「模型自估」
vs「IRT 客觀估」
一致性 + 成本效益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1127760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Key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能力強 != 自評準 (GPT-5 最強但 LCAE 不是最好; Llama 3 70B 自評最準)    IDS 最有效 (給難度訊號是改善校準最有效的元素)    校準不傷能力    Cost 提到但未深入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學姐論文的四個缺口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Where this research can extend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00000" cy="32004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3200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554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00200"/>
            <a:ext cx="19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只有 Rasch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未計算鑑別度
可引入 2PL/3PL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5800" y="1463040"/>
            <a:ext cx="2700000" cy="320040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5800" y="1463040"/>
            <a:ext cx="54864" cy="32004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2960" y="155448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5880" y="1600200"/>
            <a:ext cx="19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  <a:latin typeface="Calibri"/>
              </a:rPr>
              <a:t>難度訊號偏差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2960" y="2194560"/>
            <a:ext cx="2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IDS 的難度訊號來自
同組受評模型，有循環依賴
可用外部獨立模型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4400" y="1463040"/>
            <a:ext cx="2700000" cy="320040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4400" y="1463040"/>
            <a:ext cx="54864" cy="32004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51560" y="155448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4480" y="1600200"/>
            <a:ext cx="19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  <a:latin typeface="Calibri"/>
              </a:rPr>
              <a:t>成本估計簡化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560" y="2194560"/>
            <a:ext cx="2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未應用於實際場景
只有粗略 cost 估計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3000" y="1463040"/>
            <a:ext cx="2700000" cy="32004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43000" y="1463040"/>
            <a:ext cx="54864" cy="3200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80160" y="1554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3080" y="1600200"/>
            <a:ext cx="19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Token 未驗證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0160" y="2194560"/>
            <a:ext cx="2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token 使用量與答題品質
自評準確度的關係
完全未驗證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11277600" cy="128016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54864" cy="128016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8B"/>
                </a:solidFill>
                <a:latin typeface="Calibri"/>
              </a:rPr>
              <a:t>Teacher's Suggestion for Ryan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92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Extend the token minimization issue from 學姐's framework. Design simple vs complex task scenarios, validate the relationship between token usage and answer quality / self-assessment accuracy. Goal: achieve equal quality with fewer tokens.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Research Direction: Core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Three questions 學姐 did not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7600" cy="13716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1000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A4A"/>
                </a:solidFill>
                <a:latin typeface="Calibri"/>
              </a:rPr>
              <a:t>改善信心校準之後，模型能不能更有效率地使用 token？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11277600" cy="137160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54864" cy="13716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1000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A4A"/>
                </a:solidFill>
                <a:latin typeface="Calibri"/>
              </a:rPr>
              <a:t>如果模型「知道自己會不會」，能不能用更少 token 達到同樣品質？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11277600" cy="1371600"/>
          </a:xfrm>
          <a:prstGeom prst="rect">
            <a:avLst/>
          </a:prstGeom>
          <a:solidFill>
            <a:srgbClr val="F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54864" cy="13716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1000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A4A"/>
                </a:solidFill>
                <a:latin typeface="Calibri"/>
              </a:rPr>
              <a:t>自我評估準確度 (LCAE) 和 token 使用效率之間有沒有關係？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1127760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715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From correlation (學姐 mentioned) -&gt; causation (this research validates) -&gt; optimization (token allocation strategy)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Literature Survey: 16 Systematic arXiv 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Covering self-evaluation, calibration, token efficiency, IRT, and their intersections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2E8B8B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D3A4A"/>
                </a:solidFill>
                <a:latin typeface="Calibri"/>
              </a:rPr>
              <a:t>systematic searches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E7A"/>
                </a:solidFill>
                <a:latin typeface="Calibri"/>
              </a:rPr>
              <a:t>on arXiv (cs.AI, cs.CL, cs.LG)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6 precise intersection queries returned 0 results: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"difficulty" x "token allocation" x "LLM"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32004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"adaptive computation" x "self-evaluation" x "LLM"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"IRT" x "LLM evaluation" x "cost"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36576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0332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"self-assessment" x "reasoning cost"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"compute allocation" x "self-knowledge"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0" y="41148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"self-calibration" x "reasoning" x "efficiency"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8B"/>
                </a:solidFill>
                <a:latin typeface="Calibri"/>
              </a:rPr>
              <a:t>5 existing literature clusters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01168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3680" y="2057400"/>
            <a:ext cx="3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3A4A"/>
                </a:solidFill>
                <a:latin typeface="Calibri"/>
              </a:rPr>
              <a:t>Difficulty-aware Token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000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E7A"/>
                </a:solidFill>
                <a:latin typeface="Calibri"/>
              </a:rPr>
              <a:t>~10 papers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560320"/>
            <a:ext cx="411480" cy="411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680" y="2606040"/>
            <a:ext cx="3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3A4A"/>
                </a:solidFill>
                <a:latin typeface="Calibri"/>
              </a:rPr>
              <a:t>LLM Confidence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00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E7A"/>
                </a:solidFill>
                <a:latin typeface="Calibri"/>
              </a:rPr>
              <a:t>~8 papers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1089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3680" y="3154680"/>
            <a:ext cx="3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3A4A"/>
                </a:solidFill>
                <a:latin typeface="Calibri"/>
              </a:rPr>
              <a:t>Test-Time Compute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0000" y="3154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E7A"/>
                </a:solidFill>
                <a:latin typeface="Calibri"/>
              </a:rPr>
              <a:t>~9 papers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65760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3680" y="3703320"/>
            <a:ext cx="3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3A4A"/>
                </a:solidFill>
                <a:latin typeface="Calibri"/>
              </a:rPr>
              <a:t>IRT x LLM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000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E7A"/>
                </a:solidFill>
                <a:latin typeface="Calibri"/>
              </a:rPr>
              <a:t>only 學姐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206240"/>
            <a:ext cx="411480" cy="411480"/>
          </a:xfrm>
          <a:prstGeom prst="ellipse">
            <a:avLst/>
          </a:prstGeom>
          <a:solidFill>
            <a:srgbClr val="66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3680" y="4251960"/>
            <a:ext cx="3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3A4A"/>
                </a:solidFill>
                <a:latin typeface="Calibri"/>
              </a:rPr>
              <a:t>Overthinking / Redundancy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0000" y="4251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E7A"/>
                </a:solidFill>
                <a:latin typeface="Calibri"/>
              </a:rPr>
              <a:t>several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11277600" cy="64008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54864" cy="6400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31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Key insight: These 5 clusters do not intersect with each other. Nobody combines self-assessment + IRT + token prediction.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Literature Gap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Where the white space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5765040"/>
            <a:ext cx="548640" cy="320040"/>
          </a:xfrm>
          <a:prstGeom prst="rect">
            <a:avLst/>
          </a:prstGeom>
          <a:solidFill>
            <a:srgbClr val="66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1554480"/>
            <a:ext cx="548640" cy="4389120"/>
          </a:xfrm>
          <a:prstGeom prst="rect">
            <a:avLst/>
          </a:prstGeom>
          <a:solidFill>
            <a:srgbClr val="66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6126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E7A"/>
                </a:solidFill>
                <a:latin typeface="Calibri"/>
              </a:rPr>
              <a:t>External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Token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E7A"/>
                </a:solidFill>
                <a:latin typeface="Calibri"/>
              </a:rPr>
              <a:t>(higher = better)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Self-Assessment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371600"/>
            <a:ext cx="1280160" cy="32004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417320"/>
            <a:ext cx="11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5C"/>
                </a:solidFill>
                <a:latin typeface="Calibri"/>
              </a:rPr>
              <a:t>UAB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371600"/>
            <a:ext cx="1280160" cy="32004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417320"/>
            <a:ext cx="11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5C"/>
                </a:solidFill>
                <a:latin typeface="Calibri"/>
              </a:rPr>
              <a:t>ROI-Reasoning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828800"/>
            <a:ext cx="1280160" cy="32004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1874520"/>
            <a:ext cx="11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5C"/>
                </a:solidFill>
                <a:latin typeface="Calibri"/>
              </a:rPr>
              <a:t>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828800"/>
            <a:ext cx="1280160" cy="32004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874520"/>
            <a:ext cx="11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5C"/>
                </a:solidFill>
                <a:latin typeface="Calibri"/>
              </a:rPr>
              <a:t>TAB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011680"/>
            <a:ext cx="1280160" cy="32004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2057400"/>
            <a:ext cx="11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5C"/>
                </a:solidFill>
                <a:latin typeface="Calibri"/>
              </a:rPr>
              <a:t>DSC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286000"/>
            <a:ext cx="1280160" cy="32004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2331720"/>
            <a:ext cx="11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5C"/>
                </a:solidFill>
                <a:latin typeface="Calibri"/>
              </a:rPr>
              <a:t>"LLM Already Knows"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194560"/>
            <a:ext cx="1645920" cy="320040"/>
          </a:xfrm>
          <a:prstGeom prst="rect">
            <a:avLst/>
          </a:prstGeom>
          <a:solidFill>
            <a:srgbClr val="E8F4F4"/>
          </a:solidFill>
          <a:ln w="1270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240280"/>
            <a:ext cx="154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B8B"/>
                </a:solidFill>
                <a:latin typeface="Calibri"/>
              </a:rPr>
              <a:t>學姐 LCAE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5040" y="2468880"/>
            <a:ext cx="1645920" cy="320040"/>
          </a:xfrm>
          <a:prstGeom prst="rect">
            <a:avLst/>
          </a:prstGeom>
          <a:solidFill>
            <a:srgbClr val="E8F4F4"/>
          </a:solidFill>
          <a:ln w="1270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10760" y="2514600"/>
            <a:ext cx="154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B8B"/>
                </a:solidFill>
                <a:latin typeface="Calibri"/>
              </a:rPr>
              <a:t>Kumaran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743200"/>
            <a:ext cx="1645920" cy="320040"/>
          </a:xfrm>
          <a:prstGeom prst="rect">
            <a:avLst/>
          </a:prstGeom>
          <a:solidFill>
            <a:srgbClr val="E8F4F4"/>
          </a:solidFill>
          <a:ln w="1270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2788920"/>
            <a:ext cx="154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B8B"/>
                </a:solidFill>
                <a:latin typeface="Calibri"/>
              </a:rPr>
              <a:t>Protocol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926080"/>
            <a:ext cx="1645920" cy="320040"/>
          </a:xfrm>
          <a:prstGeom prst="rect">
            <a:avLst/>
          </a:prstGeom>
          <a:solidFill>
            <a:srgbClr val="E8F4F4"/>
          </a:solidFill>
          <a:ln w="1270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2971800"/>
            <a:ext cx="154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B8B"/>
                </a:solidFill>
                <a:latin typeface="Calibri"/>
              </a:rPr>
              <a:t>Score Granularity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5040" y="3200400"/>
            <a:ext cx="1645920" cy="320040"/>
          </a:xfrm>
          <a:prstGeom prst="rect">
            <a:avLst/>
          </a:prstGeom>
          <a:solidFill>
            <a:srgbClr val="E8F4F4"/>
          </a:solidFill>
          <a:ln w="1270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0760" y="3246120"/>
            <a:ext cx="154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B8B"/>
                </a:solidFill>
                <a:latin typeface="Calibri"/>
              </a:rPr>
              <a:t>Query-Level Uncert.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2011680"/>
            <a:ext cx="2743200" cy="73152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201168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057400"/>
            <a:ext cx="255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Self-assessment accuracy
x Token prediction
NOBODY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3200400"/>
            <a:ext cx="2743200" cy="73152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320040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3246120"/>
            <a:ext cx="255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Calibration improvement
-&gt; Token savings
causal chain unverified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114800"/>
            <a:ext cx="2743200" cy="73152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0" y="4114800"/>
            <a:ext cx="54864" cy="7315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60520"/>
            <a:ext cx="255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860B"/>
                </a:solidFill>
                <a:latin typeface="Calibri"/>
              </a:rPr>
              <a:t>IRT x Token allocation
NOBODY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4663440"/>
            <a:ext cx="2743200" cy="73152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80960" y="4663440"/>
            <a:ext cx="54864" cy="7315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709160"/>
            <a:ext cx="255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860B"/>
                </a:solidFill>
                <a:latin typeface="Calibri"/>
              </a:rPr>
              <a:t>Verbalized conf as
token signal
UNTESTED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360" y="2743200"/>
            <a:ext cx="1180000" cy="274320"/>
          </a:xfrm>
          <a:prstGeom prst="rect">
            <a:avLst/>
          </a:prstGeom>
          <a:solidFill>
            <a:srgbClr val="F0ECF8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5080" y="2788920"/>
            <a:ext cx="108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4C93"/>
                </a:solidFill>
                <a:latin typeface="Calibri"/>
              </a:rPr>
              <a:t>Entropy-Gated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360" y="3200400"/>
            <a:ext cx="1180000" cy="274320"/>
          </a:xfrm>
          <a:prstGeom prst="rect">
            <a:avLst/>
          </a:prstGeom>
          <a:solidFill>
            <a:srgbClr val="F0ECF8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5080" y="3246120"/>
            <a:ext cx="108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4C93"/>
                </a:solidFill>
                <a:latin typeface="Calibri"/>
              </a:rPr>
              <a:t>SLAT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9360" y="3657600"/>
            <a:ext cx="1180000" cy="274320"/>
          </a:xfrm>
          <a:prstGeom prst="rect">
            <a:avLst/>
          </a:prstGeom>
          <a:solidFill>
            <a:srgbClr val="F0ECF8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5080" y="3703320"/>
            <a:ext cx="108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4C93"/>
                </a:solidFill>
                <a:latin typeface="Calibri"/>
              </a:rPr>
              <a:t>TRIAGE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85600" y="2743200"/>
            <a:ext cx="1180000" cy="274320"/>
          </a:xfrm>
          <a:prstGeom prst="rect">
            <a:avLst/>
          </a:prstGeom>
          <a:solidFill>
            <a:srgbClr val="F0ECF8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320" y="2788920"/>
            <a:ext cx="108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4C93"/>
                </a:solidFill>
                <a:latin typeface="Calibri"/>
              </a:rPr>
              <a:t>RLCM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85600" y="3200400"/>
            <a:ext cx="1180000" cy="274320"/>
          </a:xfrm>
          <a:prstGeom prst="rect">
            <a:avLst/>
          </a:prstGeom>
          <a:solidFill>
            <a:srgbClr val="F0ECF8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320" y="3246120"/>
            <a:ext cx="108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4C93"/>
                </a:solidFill>
                <a:latin typeface="Calibri"/>
              </a:rPr>
              <a:t>SR2AM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4297680"/>
            <a:ext cx="3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A4C93"/>
                </a:solidFill>
                <a:latin typeface="Calibri"/>
              </a:rPr>
              <a:t>Test-Time Compute Scaling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Four Core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Confirmed by 16 systematic arXiv searches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00000" cy="22860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Gap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860B"/>
                </a:solidFill>
                <a:latin typeface="Calibri"/>
              </a:rPr>
              <a:t>star star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5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A4A"/>
                </a:solidFill>
                <a:latin typeface="Calibri"/>
              </a:rPr>
              <a:t>Self-assessment accuracy -&gt; Token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NOBODY has studied whether LLM self-assessment quality can predict token 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00000" cy="228600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" cy="228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1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860B"/>
                </a:solidFill>
                <a:latin typeface="Calibri"/>
              </a:rPr>
              <a:t>Gap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860B"/>
                </a:solidFill>
                <a:latin typeface="Calibri"/>
              </a:rPr>
              <a:t>star 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A4A"/>
                </a:solidFill>
                <a:latin typeface="Calibri"/>
              </a:rPr>
              <a:t>IRT difficulty signals x Token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Nobody uses IRT objective difficulty to guide token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94720"/>
            <a:ext cx="5400000" cy="228600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94720"/>
            <a:ext cx="54864" cy="228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86160"/>
            <a:ext cx="1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860B"/>
                </a:solidFill>
                <a:latin typeface="Calibri"/>
              </a:rPr>
              <a:t>Gap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98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860B"/>
                </a:solidFill>
                <a:latin typeface="Calibri"/>
              </a:rPr>
              <a:t>star star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43360"/>
            <a:ext cx="5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A4A"/>
                </a:solidFill>
                <a:latin typeface="Calibri"/>
              </a:rPr>
              <a:t>Verbalized confidence as token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9200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UNTESTED. Kumaran found verbalized conf tracks commitment, not correctness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94720"/>
            <a:ext cx="5400000" cy="22860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94720"/>
            <a:ext cx="54864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986160"/>
            <a:ext cx="1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Gap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8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860B"/>
                </a:solidFill>
                <a:latin typeface="Calibri"/>
              </a:rPr>
              <a:t>star star star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443360"/>
            <a:ext cx="5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A4A"/>
                </a:solidFill>
                <a:latin typeface="Calibri"/>
              </a:rPr>
              <a:t>Calibration improvement -&gt; Token savings causal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99200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Nobody connects calibration improvement to token efficiency gains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Research Questions &amp;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5C"/>
                </a:solidFill>
                <a:latin typeface="Calibri"/>
              </a:rPr>
              <a:t>Research Questions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000" y="203454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Can LCAE predict token requirements?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0000" y="233172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If model knows itself, does it naturally use fewer tokens?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0000" y="313182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Can IRT difficulty signals serve as token allocation signals?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0000" y="342900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IDS improved calibration; can it also improve token distribution?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000" y="422910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Does calibration improvement causally lead to token efficiency?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0000" y="452628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Not just correlation: improvement -&gt; prediction -&gt; savings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303520"/>
            <a:ext cx="548640" cy="5486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0000" y="532638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Verbalized vs log-prob: which is better for token allocation?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0000" y="562356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Kumaran found verbalized tracks commitment, not correctness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5C"/>
                </a:solidFill>
                <a:latin typeface="Calibri"/>
              </a:rPr>
              <a:t>Hypotheses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27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03454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LCAE positively correlates with token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33172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Medium-High confidence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108960"/>
            <a:ext cx="548640" cy="548640"/>
          </a:xfrm>
          <a:prstGeom prst="ellipse">
            <a:avLst/>
          </a:prstGeom>
          <a:solidFill>
            <a:srgbClr val="27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13182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IDS difficulty signals improve token allocation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2900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Medium-High confidence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20624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2910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Calibration improvement -&gt; token efficiency causal chain 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2628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Medium (null result is also a finding)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530352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32638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Log-prob confidence &gt; verbalized confidence for token allocation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623560"/>
            <a:ext cx="48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Medium (Kumaran evidence supports)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Paper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The causal chain we want to validate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400000" cy="1645920"/>
          </a:xfrm>
          <a:prstGeom prst="roundRect">
            <a:avLst/>
          </a:prstGeom>
          <a:solidFill>
            <a:srgbClr val="E8EEF4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210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5C"/>
                </a:solidFill>
                <a:latin typeface="Calibri"/>
              </a:rPr>
              <a:t>IRT Difficulty
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66000"/>
            <a:ext cx="21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E7A"/>
                </a:solidFill>
                <a:latin typeface="Calibri"/>
              </a:rPr>
              <a:t>學姐已證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48640" y="2834640"/>
            <a:ext cx="274320" cy="54864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4400" y="2286000"/>
            <a:ext cx="2400000" cy="1645920"/>
          </a:xfrm>
          <a:prstGeom prst="roundRect">
            <a:avLst/>
          </a:prstGeom>
          <a:solidFill>
            <a:srgbClr val="E8F4F4"/>
          </a:solidFill>
          <a:ln w="2540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1560" y="2514600"/>
            <a:ext cx="210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B8B"/>
                </a:solidFill>
                <a:latin typeface="Calibri"/>
              </a:rPr>
              <a:t>Improve
Self-Assessment
(LCAE)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1560" y="3466000"/>
            <a:ext cx="21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E7A"/>
                </a:solidFill>
                <a:latin typeface="Calibri"/>
              </a:rPr>
              <a:t>學姐已證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5840" y="2834640"/>
            <a:ext cx="274320" cy="54864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1600" y="2286000"/>
            <a:ext cx="2400000" cy="1645920"/>
          </a:xfrm>
          <a:prstGeom prst="roundRect">
            <a:avLst/>
          </a:prstGeom>
          <a:solidFill>
            <a:srgbClr val="FDEDE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8760" y="2514600"/>
            <a:ext cx="210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Calibri"/>
              </a:rPr>
              <a:t>More Accurate
Token Need
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760" y="3466000"/>
            <a:ext cx="21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E7A"/>
                </a:solidFill>
                <a:latin typeface="Calibri"/>
              </a:rPr>
              <a:t>本研究驗證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63040" y="2834640"/>
            <a:ext cx="274320" cy="54864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8800" y="2286000"/>
            <a:ext cx="2400000" cy="1645920"/>
          </a:xfrm>
          <a:prstGeom prst="roundRect">
            <a:avLst/>
          </a:prstGeom>
          <a:solidFill>
            <a:srgbClr val="FDEDE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5960" y="2514600"/>
            <a:ext cx="210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Calibri"/>
              </a:rPr>
              <a:t>More Efficient
Token
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5960" y="3466000"/>
            <a:ext cx="21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E7A"/>
                </a:solidFill>
                <a:latin typeface="Calibri"/>
              </a:rPr>
              <a:t>本研究驗證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1127760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One-sentence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10972800" cy="1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學姐 proved IRT difficulty signals improve LLM self-assessment (LCAE) and mentioned reliability-inference cost association. This research fills that gap: we measure the self-assessment - token efficiency relationship, validate the calibration -&gt; token savings causal chain, and propose a self-assessment-based token allocation strategy. If it holds, this provides a training-free token optimization method - no extra training needed, just let the model know itself better.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Contributions 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What this paper adds to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00000" cy="36576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3657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17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New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0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Reveal the relationship between
self-assessment accuracy (LCAE)
and token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206240"/>
            <a:ext cx="16459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14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Addresses Gap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5800" y="1463040"/>
            <a:ext cx="2700000" cy="365760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5800" y="1463040"/>
            <a:ext cx="54864" cy="36576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2960" y="155448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8760" y="1600200"/>
            <a:ext cx="17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60B"/>
                </a:solidFill>
                <a:latin typeface="Calibri"/>
              </a:rPr>
              <a:t>New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2960" y="2286000"/>
            <a:ext cx="240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Use IRT difficulty signals
to predict token requirements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2960" y="4206240"/>
            <a:ext cx="1645920" cy="457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4400" y="4251960"/>
            <a:ext cx="14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Addresses Gap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4400" y="1463040"/>
            <a:ext cx="2700000" cy="36576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4400" y="1463040"/>
            <a:ext cx="54864" cy="3657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1560" y="155448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7360" y="1600200"/>
            <a:ext cx="17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New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1560" y="2286000"/>
            <a:ext cx="240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Validate the causal chain:
better calibration -&gt; less tokens
for same quality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1560" y="4206240"/>
            <a:ext cx="16459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3000" y="4251960"/>
            <a:ext cx="14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Addresses Gap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3000" y="1463040"/>
            <a:ext cx="2700000" cy="365760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43000" y="1463040"/>
            <a:ext cx="54864" cy="36576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80160" y="1554480"/>
            <a:ext cx="548640" cy="5486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5960" y="1600200"/>
            <a:ext cx="17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8B"/>
                </a:solidFill>
                <a:latin typeface="Calibri"/>
              </a:rPr>
              <a:t>New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0160" y="2286000"/>
            <a:ext cx="240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Propose self-assessment-based
token allocation strategy
(training-free)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80160" y="4206240"/>
            <a:ext cx="1645920" cy="4572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71600" y="4251960"/>
            <a:ext cx="14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Addresses Gap 1+2+4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Nearest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Why nobody has done this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41960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Overlap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Difference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ROI-Reasoning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(2026-01)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Predicts reasoning cost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+ budget allocation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No IRT, no self-assessment,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uses trained predictor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TRIAGE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(2026-05)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Metacognitive control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+ token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Evaluates allocation quality,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not calibration x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學姐 LCAE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(IEEE IRI 2026)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IRT + calibration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+ mentions cost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Does not go deep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into token efficiency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UAB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(2026-05)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Uncertainty -&gt;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Uses log-prob, not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self-assessment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"LLM Already Knows"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(2025-09)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Pre-generation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difficulty prediction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Uses hidden states, not</a:t>
                      </a:r>
                    </a:p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verbalized confidence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669280"/>
            <a:ext cx="1127760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715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 paper simultaneously does ALL FOUR: IRT framework + self-assessment measurement + token prediction + causal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Experiment Design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Three phases, building on 學姐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03520" cy="3200400"/>
          </a:xfrm>
          <a:prstGeom prst="roundRect">
            <a:avLst/>
          </a:prstGeom>
          <a:solidFill>
            <a:srgbClr val="E8EEF4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11800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Correlation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43040"/>
            <a:ext cx="310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Use 學姐 20 models data
+ measure token usage
-&gt; LCAE x Token efficiency
correlation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52160" y="2834640"/>
            <a:ext cx="274320" cy="54864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7920" y="1463040"/>
            <a:ext cx="3403520" cy="3200400"/>
          </a:xfrm>
          <a:prstGeom prst="roundRect">
            <a:avLst/>
          </a:prstGeom>
          <a:solidFill>
            <a:srgbClr val="E8F4F4"/>
          </a:solidFill>
          <a:ln w="2540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5080" y="1554480"/>
            <a:ext cx="1180000" cy="4572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520" y="1600200"/>
            <a:ext cx="1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5080" y="2103120"/>
            <a:ext cx="3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8B"/>
                </a:solidFill>
                <a:latin typeface="Calibri"/>
              </a:rPr>
              <a:t>Causal Chain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5080" y="2643040"/>
            <a:ext cx="310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With/without IDS ( 學姐 proved
improves LCAE) -&gt; measure
token change -&gt; causal effect
of calibration on tokens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12880" y="2834640"/>
            <a:ext cx="274320" cy="54864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8640" y="1463040"/>
            <a:ext cx="3403520" cy="3200400"/>
          </a:xfrm>
          <a:prstGeom prst="roundRect">
            <a:avLst/>
          </a:prstGeom>
          <a:solidFill>
            <a:srgbClr val="FDEDE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15800" y="1554480"/>
            <a:ext cx="11800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7240" y="1600200"/>
            <a:ext cx="1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800" y="2103120"/>
            <a:ext cx="3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Token Allocation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800" y="2643040"/>
            <a:ext cx="310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Design allocation based on
self-assessment -&gt; compare
with Uniform/Oracle/External
-&gt; measure efficiency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83480"/>
            <a:ext cx="112776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Shared Resources (from 學姐)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2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20 models IRT ability estimates (theta)  |  Item difficulty parameters (b)  |  LCAE calculation method  |  IDS/QOQ/DPR/Combined self-assessment scenarios  |  Benchmark data  |  Prompt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Phase 1: LCAE x Token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Does self-assessment accuracy predict token efficiency?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Measured Variables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468880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LCAE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from 學姐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Self-assessment vs IRT consistency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Ability (theta)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from 學姐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IRT estimated model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Difficulty (b)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from 學姐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IRT estimated item difficulty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Token usage (T)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Actual reasoning tokens per 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from 學姐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Answer correctness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Token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Accuracy / Token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" cy="73152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2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1. Run 20 models on 學姐 benchmark,
   measure reasoning tokens per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34640"/>
            <a:ext cx="54864" cy="73152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2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2. Compute LCAE vs avg token efficiency
correlation (Pearson/Spearman)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4864" cy="73152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40"/>
            <a:ext cx="52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3. Stratified analysis by difficulty:
   easy / medium / hard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480560"/>
            <a:ext cx="54864" cy="73152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52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4. Analyze: do calibrated models show
   adaptive allocation (easy=less,
   hard=more)?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320"/>
            <a:ext cx="11277600" cy="91440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212320"/>
            <a:ext cx="54864" cy="9144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5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8B"/>
                </a:solidFill>
                <a:latin typeface="Calibri"/>
              </a:rPr>
              <a:t>Expected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H1 holds: LCAE positively correlates with token efficiency, especially on hard questions. H1 null: self-assessment and token efficiency are unrelated (also an important finding).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Phase 2: Causal Chain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Does improving calibration CAUSE token efficiency gains?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Experiment Groups (學姐 proved LCAE differences)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LCAE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None (QOQ)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Worst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Token + 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Treatment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Token +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Treatment 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DPR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Token + 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Treatment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Token +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Causal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" cy="54864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IDS improves LCAE ( 學姐 proved)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51760"/>
            <a:ext cx="54864" cy="54864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If IDS also improves token efficiency...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91840"/>
            <a:ext cx="54864" cy="54864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And improvement magnitude correlates
  with LCAE improvement...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Then: calibration -&gt; token savings
  causal chain is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Further Analysis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8463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11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Difficulty stratification: In which difficulty range does IDS have the largest token effect?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3035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1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Allocation quality: Does IDS group show adaptive allocation (easy=less, hard=more)?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7607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1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Overthinking analysis: Does IDS reduce redundant reasoning on easy questions?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62179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126480"/>
            <a:ext cx="111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Control: Free budget (natural) vs Fixed budget (constrained) vs Adaptive budget (self-assessed)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Phase 3: Token Allocation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Can self-assessment-based allocation outperform baselines?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Allocation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100000" cy="11800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9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Calibri"/>
              </a:rPr>
              <a:t>Model receives
question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2920" y="2423160"/>
            <a:ext cx="137160" cy="36576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5800" y="2011680"/>
            <a:ext cx="2100000" cy="1180000"/>
          </a:xfrm>
          <a:prstGeom prst="roundRect">
            <a:avLst/>
          </a:prstGeom>
          <a:solidFill>
            <a:srgbClr val="E8F4F4"/>
          </a:solidFill>
          <a:ln w="1905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7240" y="2240280"/>
            <a:ext cx="19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B8B"/>
                </a:solidFill>
                <a:latin typeface="Calibri"/>
              </a:rPr>
              <a:t>Self-assessment
(confidence/difficulty)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31520" y="2423160"/>
            <a:ext cx="137160" cy="36576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14400" y="2011680"/>
            <a:ext cx="2100000" cy="1180000"/>
          </a:xfrm>
          <a:prstGeom prst="roundRect">
            <a:avLst/>
          </a:prstGeom>
          <a:solidFill>
            <a:srgbClr val="FBF3E8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840" y="2240280"/>
            <a:ext cx="19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</a:rPr>
              <a:t>Allocate token
budget based on
self-assessment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60120" y="2423160"/>
            <a:ext cx="137160" cy="36576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000" y="2011680"/>
            <a:ext cx="2100000" cy="11800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440" y="2240280"/>
            <a:ext cx="19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Calibri"/>
              </a:rPr>
              <a:t>Generate answer
within budget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88720" y="2423160"/>
            <a:ext cx="137160" cy="365760"/>
          </a:xfrm>
          <a:prstGeom prst="rightArrow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71600" y="2011680"/>
            <a:ext cx="2100000" cy="1180000"/>
          </a:xfrm>
          <a:prstGeom prst="roundRect">
            <a:avLst/>
          </a:prstGeom>
          <a:solidFill>
            <a:srgbClr val="F0ECF8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63040" y="2240280"/>
            <a:ext cx="19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4C93"/>
                </a:solidFill>
                <a:latin typeface="Calibri"/>
              </a:rPr>
              <a:t>Evaluate accuracy
+ token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2936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Comparison Strategies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3885600"/>
          <a:ext cx="11277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520"/>
                <a:gridCol w="4114800"/>
                <a:gridCol w="3759240"/>
              </a:tblGrid>
              <a:tr h="31350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 allocation based 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Uniform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Same budget for all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IRT difficulty (post-hoc)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Upper 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Self-assessment (verbalized)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Verbalized confidence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Tests H4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Self-assessment (log-prob)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Log-prob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Tests H4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IDS-based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IRT signal + self-assessment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Combines 學姐 framework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External estimator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External model predicts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ROI-Reasoning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Metrics: Token efficiency | Budget utilization | Allocation quality (Spearman rho vs Oracle) | Regret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Integration with 學姐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What we reuse vs what we add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429768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4297680"/>
          </a:xfrm>
          <a:prstGeom prst="rect">
            <a:avLst/>
          </a:prstGeom>
          <a:solidFill>
            <a:srgbClr val="27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843C"/>
                </a:solidFill>
                <a:latin typeface="Calibri"/>
              </a:rPr>
              <a:t>Reused from 學姐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20 models IRT ability estimates (theta)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Item difficulty parameters 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LCAE metric calculation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IDS/QOQ/DPR/Combined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Self-assessment prompt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Benchmark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303520" cy="4297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4864" cy="4297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New in This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Token usage precise measurement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Token efficiency metric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Causal chain validation experiment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Token allocation strategy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Verbalized vs log-prob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  Overthinking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112776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學姐 story: IRT -&gt; LCAE -&gt; IDS improves calibration -&gt; mentions cost association   ||   Ryan story: LCAE -&gt; token prediction -&gt; token allocation optimization -&gt; validate causal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Risks and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7600" cy="9144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Verbalized confidence may not work for token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2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Kumaran (2026-06) found it tracks commitment, not correctness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4040" y="1554480"/>
            <a:ext cx="51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A4A"/>
                </a:solidFill>
                <a:latin typeface="Calibri"/>
              </a:rPr>
              <a:t>Mitigation: Test both verbalized and log-prob; frame as research question, not assumption; even if verbalized fails, IDS may still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3040"/>
            <a:ext cx="11277600" cy="9144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63040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54480"/>
            <a:ext cx="822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00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5448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Causal chain may not 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7452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Better calibration might not cause token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4040" y="2554480"/>
            <a:ext cx="51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A4A"/>
                </a:solidFill>
                <a:latin typeface="Calibri"/>
              </a:rPr>
              <a:t>Mitigation: Null result is itself a finding; distinguish allocation quality from total volume; report honestly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63040"/>
            <a:ext cx="11277600" cy="91440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63040"/>
            <a:ext cx="54864" cy="9144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54480"/>
            <a:ext cx="822960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00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55448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Scope may be too narrow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87452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Only one intersection: self-assessment x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4040" y="3554480"/>
            <a:ext cx="51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A4A"/>
                </a:solidFill>
                <a:latin typeface="Calibri"/>
              </a:rPr>
              <a:t>Mitigation: Broaden to metacognition x compute allocation; 4 contributions cover finding, method, validation,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63040"/>
            <a:ext cx="11277600" cy="91440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63040"/>
            <a:ext cx="54864" cy="9144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554480"/>
            <a:ext cx="822960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00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55448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 學姐 data may not have token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87452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Need to re-run experiments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4040" y="4554480"/>
            <a:ext cx="51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A4A"/>
                </a:solidFill>
                <a:latin typeface="Calibri"/>
              </a:rPr>
              <a:t>Mitigation: Confirm data format first; if needed, run representative subset (5-8 models)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63040"/>
            <a:ext cx="11277600" cy="914400"/>
          </a:xfrm>
          <a:prstGeom prst="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463040"/>
            <a:ext cx="54864" cy="9144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554480"/>
            <a:ext cx="822960" cy="36576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00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554480"/>
            <a:ext cx="48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A4A"/>
                </a:solidFill>
                <a:latin typeface="Calibri"/>
              </a:rPr>
              <a:t>ROI-Reasoning too 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87452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Already does meta-cognitive prediction +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4040" y="5554480"/>
            <a:ext cx="510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A4A"/>
                </a:solidFill>
                <a:latin typeface="Calibri"/>
              </a:rPr>
              <a:t>Mitigation: Differences sufficient: no IRT, no calibration, no causal analysis, uses trained predictor not self-assessment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Timeline (6 weeks to IEEE Big Data deadline)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Aug 12, 2026 submission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51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45920"/>
                <a:gridCol w="5486400"/>
                <a:gridCol w="3296280"/>
              </a:tblGrid>
              <a:tr h="39188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Jul 1-7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Confirm 學姐 data format, get 20 model list, check token records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Data checklist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Jul 8-14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Phase 1 data collection (run models + token measurement)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Phase 1 raw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Jul 15-21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Phase 1 analysis + Phase 2 experiment execution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Phase 1 results + Phase 2 data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Jul 22-28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Phase 2 analysis + Phase 3 strategy design + experiment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Phase 2 results + Phase 3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Jul 29-Aug 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Phase 3 analysis + paper draft writing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Full results + draft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W6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Aug 5-11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Paper revision, supplementary experiments, finalization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3A4A"/>
                          </a:solidFill>
                          <a:latin typeface="Calibri"/>
                        </a:defRPr>
                      </a:pPr>
                      <a:r>
                        <a:t>Final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Calibri"/>
              </a:rPr>
              <a:t>Degradation Plan (if time runs short)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00600"/>
            <a:ext cx="1645920" cy="320040"/>
          </a:xfrm>
          <a:prstGeom prst="rect">
            <a:avLst/>
          </a:prstGeom>
          <a:solidFill>
            <a:srgbClr val="27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Level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00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Full: Phase 1+2+3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00600"/>
            <a:ext cx="34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43C"/>
                </a:solidFill>
                <a:latin typeface="Calibri"/>
              </a:rPr>
              <a:t>C1+C2+C3+C4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12080"/>
            <a:ext cx="1645920" cy="32004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257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Phase 1+2, Phase 3 simplified (design only)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212080"/>
            <a:ext cx="34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8B"/>
                </a:solidFill>
                <a:latin typeface="Calibri"/>
              </a:rPr>
              <a:t>C1+C2+C3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23560"/>
            <a:ext cx="1645920" cy="320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623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Phase 1+2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623560"/>
            <a:ext cx="34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Calibri"/>
              </a:rPr>
              <a:t>C1+C3 (correlation + causation)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35040"/>
            <a:ext cx="16459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Level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6035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Phase 1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035040"/>
            <a:ext cx="34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C1 (correlation finding)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E7A"/>
                </a:solidFill>
                <a:latin typeface="Calibri"/>
              </a:rPr>
              <a:t>Even Level 3 is publishable: first discovery of LCAE-token relationship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Questions for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ECEC"/>
                </a:solidFill>
                <a:latin typeface="Calibri"/>
              </a:rPr>
              <a:t>8 questions for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000" y="148590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0" y="148590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Is this story - self-assessment -&gt; token prediction -&gt; allocation optimization - viable?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0000" y="212598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Data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0" y="212598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Does 學姐 data include token records? Can I access the 20-model data and benchmark?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000" y="276606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000" y="276606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Invest IEEE Big Data 2026 (Aug deadline) or do deeper work for another venue?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0000" y="340614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0000" y="340614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If time is short, which Phase to cut? P1 (correlation) / P2 (causal) / P3 (strategy)?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0000" y="404622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0000" y="404622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What benchmark did 學姐 use? Need to expand to multi-domain (MMLU + GSM8K)?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66344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0000" y="468630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Verbalized conf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0000" y="468630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Is Kumaran finding a risk or a research opportunity? Frame as question or assume log-prob?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3035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0000" y="532638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nhri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0000" y="532638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Combine with memory conflict research? Or focus on one direction?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9436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0000" y="5966460"/>
            <a:ext cx="2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Calibri"/>
              </a:rPr>
              <a:t>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0000" y="5966460"/>
            <a:ext cx="7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Re-run all 20 models or select representative subset (5-8, covering frontier/mid/small)?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3A5C"/>
                </a:solidFill>
                <a:latin typeface="Calibri"/>
              </a:rPr>
              <a:t>Summary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27889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 學姐 proved IRT difficulty signals improve LLM self-assessment (LCAE)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32461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She mentioned reliability-cost association but did not explore it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37033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16 systematic searches confirm: nobody connects calibration to token efficiency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41605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This research validates the causal chain: calibration -&gt; token prediction -&gt; allocation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0" y="46177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4 contributions: new finding, method, validation, framework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5074920"/>
            <a:ext cx="91440" cy="9144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Training-free optimization: no extra training, just better self-awareness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486400"/>
            <a:ext cx="4876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8B8B"/>
                </a:solidFill>
                <a:latin typeface="Calibri"/>
              </a:rPr>
              <a:t>Thank you - 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7A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