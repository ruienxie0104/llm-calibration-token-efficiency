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7/4 的提案核心。學姐的框架到 LCAE 為止，我的研究接續往下驗證 token 分配品質。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的主要問題是題目太簡單，準確率都接近滿分，沒有變異量做相關分析。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的三個關鍵改動：更難的題目、信心收集、無參考模型分析方法。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成功創造了準確率變異。GLM-5.2 和 DeepSeek 幾乎並列，但參數差 5.8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從不自我修正，GPT-OSS-20B 變異極大。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核心發現：信心差距與準確率反相關。GPT-OSS-20B 雖然最不準，但最能偵測自己的錯誤。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Brier 都小於 0.05，都算不錯。差距才是區分指標——GPT-OSS-20B 最強。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熵分析不需要參考模型。GLM-5.2 的變體熵=1.0，確認 Petri net 對它無意義。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步驟類型頻率比 Levenshtein 更能區分模型。DeepSeek 的分佈明顯不同。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vs GLM-5.2 差異最大（0.22/0.36），儘管準確率只差 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的轉換模式最簡潔。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四種風格跨 V1 V2 穩定出現。注意準確率與信心差距的反相關。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PM × LLM 推理路徑分析：Pilot 階段分享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B0"/>
                </a:solidFill>
              </a:defRPr>
            </a:pPr>
            <a:r>
              <a:t>Calibration-Aware Token Efficiency — V1 &amp; V2 實驗結果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B80"/>
                </a:solidFill>
              </a:defRPr>
            </a:pPr>
            <a:r>
              <a:t>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大綱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1. 上次報告回顧與回饋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7/4 提案：校準 → Token 分配品質的因果鏈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老師回饋與方向調整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2. V1 Pilot 實驗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GSM8K, 20 題, 5 模型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發現：PM 能區分推理風格，但題目太簡單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3. V2 實驗設計與執行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MMLU STEM + ARC Challenge, 100 題, 4 模型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新增：信心自評、校準指標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4. V2 關鍵發現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信心差距是關鍵校準指標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Petri net 一致性檢查的局限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• 熵分析 + 步驟類型散度（新方法）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5. 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上次報告回顧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上次提案：校準 → Token 分配品質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研究核心問題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學姐證明 IRT 難度信號 (IDS) 能改善 LLM 信心校準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但沒有驗證：校準改善後，token 分配品質是否更好？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三個研究問題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RQ1: LCAE 能否預測 excess token usage？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RQ2: IDS 能否改善 token allocation quality？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RQ3: 校準改善 → allocation quality 提升的因果鏈成立？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賣點：Training-free — 不需額外訓練，只靠模型自我評估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文獻調查：16 組 arXiv 搜尋，五個集群彼此不交集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沒有人把 自我評估 + IRT + Token 分配 連起來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老師回饋與方向調整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老師的建議（7/4 討論後）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先做 pilot 實驗驗證方向可行性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用 Process Mining 分析推理軌跡——新的切入點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設計實驗收集初步數據，再決定論文方向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我的調整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V1 Pilot：快速驗證 PM 能否分析 LLM 推理軌跡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→ 確認 PM 能區分模型推理風格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V2：擴大實驗，加入校準指標，修正 V1 缺陷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→ 發現信心差距、推理風格散度等新指標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V1 Pilot 實驗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GSM8K · 20 題 · 5 模型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實驗設計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參數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 題 GSM8K（小學數學）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 個（GPT-OSS-20B/120B, DeepSeek, GLM-4.7, GLM-5.2）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活動類型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 種（understand, recall, plan, calculate, reason, verify, reconsider, answer）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PM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 發現 + 一致性檢查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校準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未收集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準確率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95–100%（太簡單）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結果：準確率與路徑結構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1_accuracy_token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760720" cy="4572000"/>
          </a:xfrm>
          <a:prstGeom prst="rect">
            <a:avLst/>
          </a:prstGeom>
        </p:spPr>
      </p:pic>
      <p:pic>
        <p:nvPicPr>
          <p:cNvPr id="5" name="Picture 4" descr="fig2_path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7607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6B80"/>
                </a:solidFill>
              </a:defRPr>
            </a:pPr>
            <a:r>
              <a:t>準確率與 Token 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943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6B80"/>
                </a:solidFill>
              </a:defRPr>
            </a:pPr>
            <a:r>
              <a:t>路徑結構指標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關鍵發現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✅ PM 能區分推理風格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DeepSeek = 直覺型（短軌跡、高 answer 比例）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GPT-OSS-20B = 掙扎型（長軌跡、高變異、reason 重）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GLM-5.2 = 混合型（變體多、有驗證）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❌ 限制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題目太簡單 → 準確率 95-100%，無法做相關分析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無校準數據 → 無法驗證校準與 token 的關係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變體太多 → Petri net 太寬鬆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→ 需要更難的題目 + 收集信心數據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 V2 實驗設計與執行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0D0E0"/>
                </a:solidFill>
              </a:defRPr>
            </a:pPr>
            <a:r>
              <a:t>MMLU STEM + ARC · 100 題 · 4 模型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V1 → V2 改動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面向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20 GSM8K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100 (MMLU STEM 50 + ARC 50)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難度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簡單 (95-100%)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中等 (56-98%)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4 (GLM-4.7 下架)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信心自評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多輪對話式 (0-100%)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校準指標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無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Brier, 信心差距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PM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Petri net + 熵 + JSD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V2 模型選擇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參數量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架構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準確率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平均 Token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21B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773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DeepSeek-V4-Flash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158B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MoE (13B 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809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GPT-OSS-120B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117B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Dense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619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GLM-5.2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756B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MoE (40B active)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823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信心 Prompt 的演進（本身就是研究發現）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V1（無上下文）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「你回答了 D，你有多確定？」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→ DeepSeek 回傳 2%, GLM-5.2 回傳 27%（無效數據）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V2（多輪對話）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Turn 1: 原始題目 + 選項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Turn 2: 模型完整推理回應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Turn 3: 「根據你的推理，你有多確定？」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→ DeepSeek 99%, GLM-5.2 99%（有意義的數據）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教訓：無上下文的信心 prompt 會產生完全失真的數據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這本身就是一個 methodology finding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4. V2 關鍵發現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準確率與 Token 效率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1_accuracy_token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3135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6B80"/>
                </a:solidFill>
              </a:defRPr>
            </a:pPr>
            <a:r>
              <a:t>56-98% 準確率範圍，足夠做相關分析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推理路徑結構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2_path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3135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6B80"/>
                </a:solidFill>
              </a:defRPr>
            </a:pPr>
            <a:r>
              <a:t>DeepSeek 最短（9.1步）、GPT-OSS-20B 最長（16.9步）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校準分析：信心差距是關鍵指標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4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3135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校準指標總覽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準確率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答對信心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答錯信心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GLM-5.2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0.011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+49.5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+33.0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0.047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95.6%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+81.4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GPT-OSS-120B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+65.7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核心發現：準確率 vs 信心差距反相關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現象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最低準確率的 GPT-OSS-20B（56%）→ 信心差距最大（+81.4）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最高準確率的 DeepSeek（97%）→ 信心差距最小（+33.0）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解讀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GPT-OSS-20B 常答錯 → 「知道自己不會」的經驗豐富 → 答錯時 14% 信心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DeepSeek 很少答錯 → 對不確定性缺乏「練習」→ 答錯時仍 67% 信心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呼應學姐論文：能力強 ≠ 自評準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實際含義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GPT-OSS-20B 可用信心閾值過濾錯誤 → 高精確度部署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DeepSeek 答錯時仍自信 → 很難透過自評偵測錯誤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Petri net 一致性檢查的局限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問題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每個模型 ~90-100 個獨特變體（每題走法都不同）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Inductive Miner 產出接近 flower model 的網 → 什麼都接受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所有模型 alignment 偏離 = 0 → 沒有區分力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測試換參考模型（GLM-5.2 → DeepSeek）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結果完全相同：alignment 全是 0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→ 這不是參考選擇問題，是發現方法的限制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解法：改用不需要參考模型的分析方法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A) 熵分析 + Levenshtein 距離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C) 步驟類型頻率 + Jensen-Shannon 散度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（參考 Berti et al. 2025, Back et al. 2019）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A1: 軌跡熵分析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_a1_trace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3135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6B80"/>
                </a:solidFill>
              </a:defRPr>
            </a:pPr>
            <a:r>
              <a:t>每軌跡熵（左）差不多；變體熵（右）GLM-5.2=1.0（每題都不同）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A3: Levenshtein 距離與分群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_a3_levenshtei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760720" cy="4572000"/>
          </a:xfrm>
          <a:prstGeom prst="rect">
            <a:avLst/>
          </a:prstGeom>
        </p:spPr>
      </p:pic>
      <p:pic>
        <p:nvPicPr>
          <p:cNvPr id="5" name="Picture 4" descr="fig_a3b_dend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7607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6B80"/>
                </a:solidFill>
              </a:defRPr>
            </a:pPr>
            <a:r>
              <a:t>模型間距離熱圖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943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6B80"/>
                </a:solidFill>
              </a:defRPr>
            </a:pPr>
            <a:r>
              <a:t>階層分群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C1: 步驟類型頻率分佈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_c1_step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3135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6B80"/>
                </a:solidFill>
              </a:defRPr>
            </a:pPr>
            <a:r>
              <a:t>DeepSeek: 18% understand + 28% answer（直覺型）；GPT-OSS-20B: 36% reason（掙扎型）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C2/C3: Jensen-Shannon 散度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_c2_c3_jsd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3135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6B80"/>
                </a:solidFill>
              </a:defRPr>
            </a:pPr>
            <a:r>
              <a:t>左：步驟類型 JSD；右：Bigram JSD（轉換模式差異更大）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核心發現：相同準確率，不同推理風格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DeepSeek vs GLM-5.2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準確率：97% vs 98%（幾乎相同）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JSD（步驟類型）：0.22（差最多）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JSD（bigram）：0.36（差更多）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DeepSeek 的風格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理解 → 直接作答（18% understand + 28% answer + 21% reason）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GLM-5.2 的風格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計算 + 推理 + 驗證（34% calculate + 31% reason + 12% understand + 12% answer）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→ 兩條路都到 98%，但結構完全不同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→ 這只有步驟類型散度看得到，accuracy 和 Brier 都看不出來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各模型 Top-10 轉換模式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_c3c_top_tran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3135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6B80"/>
                </a:solidFill>
              </a:defRPr>
            </a:pPr>
            <a:r>
              <a:t>DeepSeek: understand→answer 為主；其他模型: reason→calculate 來回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四種推理風格（V1 + V2 一致）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風格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特徵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準確率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信心差距</a:t>
                      </a:r>
                    </a:p>
                  </a:txBody>
                  <a:tcPr>
                    <a:solidFill>
                      <a:srgbClr val="4A6F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直覺型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短軌跡、高 answer、無迴圈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+33.0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系統型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GPT-OSS-120B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中等、calculate+reason 均衡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+65.7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混合型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GLM-5.2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變體多、有驗證、最均衡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+49.5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掙扎型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GPT-OSS-20B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長軌跡、高變異、reason 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</a:defRPr>
                      </a:pPr>
                      <a:r>
                        <a:t>+81.4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5. 下一步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下一步規劃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立即（1-2 週）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計算 IRT 參數 → 完整 LCAE 分數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LLM 輔助步驟分割 → 驗證規則式分割可靠性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逐題分析模型分歧案例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短期（2-4 週）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擴大題目集至 200–500 題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增加模型至 6–8 個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LCAE ↔ PM 指標 ↔ Token 效率 三方相關分析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信心差距作為部署指標的正式化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中期（1-3 月）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撰寫論文（IEEE Big Data 2026 或 BPM/ICPM）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醫療場域延伸（NHRI 連結）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想跟老師討論的問題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Q1: 方向確認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PM 分析 + 校準指標 + Token 效率 的三軸框架是否可行？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Q2: 論文投稿目標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IEEE Big Data 2026（偏資料分析）vs BPM/ICPM（偏流程挖掘）？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Q3: 活動標註可靠性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規則式標註的已知限制，LLM 輔助驗證的優先級？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Q4: 與學姐框架的銜接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目前缺 IRT 參數，是否可用學姐的模型/benchmark 資料？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Q5: 醫療場域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信心差距 + 推理風格分析是否適合臨床 LLM 場景？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4A6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V1 → V2 的進展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V1 確認 PM 能分析 LLM 推理軌跡，但題目太簡單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V2 加入校準指標，發現信心差距是關鍵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V2 三個核心發現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1. 信心差距與準確率反相關 — 呼應學姐「能力強 ≠ 自評準」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2. Petri net 在高變異下失效 — 改用熵 + JSD 解決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3. 相同準確率可由完全不同的推理風格達成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   DeepSeek「理解→作答」 vs GLM-5.2「計算+推理+驗證」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三軸分析框架</a:t>
            </a:r>
          </a:p>
          <a:p>
            <a:pPr lvl="1">
              <a:spcAft>
                <a:spcPts val="600"/>
              </a:spcAft>
              <a:defRPr sz="1400">
                <a:solidFill>
                  <a:srgbClr val="6B6B80"/>
                </a:solidFill>
              </a:defRPr>
            </a:pPr>
            <a:r>
              <a:t>  校準（Brier + 信心差距）× 推理結構（JSD + 步驟頻率）× Token 效率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謝謝老師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0A0B0"/>
                </a:solidFill>
              </a:defRPr>
            </a:pPr>
            <a:r>
              <a:t>歡迎討論與指導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B80"/>
                </a:solidFill>
              </a:defRPr>
            </a:pPr>
            <a:r>
              <a:t>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