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老師好，今天報告的是我從學姐論文延伸的研究。從七月初到現在做了三階段實驗，今天會講完整來龍去脈和最新結果。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學姐的論文明確回答了LLM知不知道自己的實力。她用了IRT的Rasch Model，把模型能力和題目難度放在同一把尺。三個關鍵發現：能力強不等於自評準、IDS給難度訊號最有效改善校準、改善校準不傷能力。她提到reliability跟inference cost有關聯但沒深入，這就是我的切入點。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學姐回答了模型知不知道自己的實力。我的問題更進一步：如果知道自己會不會，能不能判斷需要多少推理資源？校準好的模型不一定總token更少，但分配應該更合理。這是核心假設。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 Mining原本用在製造業、醫療流程。我拿來分析LLM推理步驟—把CoT切成一段段標活動類型，每題變成一條事件序列。可以看到推理的結構：先理解還是直接算？有沒有驗證？有沒有回頭修正？這些只看token總數看不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V1用20題小學數學、5模型、沒有收集信心數據。發現PM確實能區分推理風格，但是限制很清楚—題目太簡單沒有任何變異量，沒有信心數據無法驗證校準假設。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正向發現是PM確實能區分推理風格，三種風格跨V1 V2穩定。但限制很致命，所以V2做了三個改進。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V2兩個關鍵新增：信心收集和校準指標。信心prompt本身還有一個教訓—最初無上下文問「多確定」，DeepSeek回2%這種無效數字。改成多輪對話式根據完整推理過程來問，才變成99%。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V2過程中發現幾個重大bug所以做了完整rebuild。最關鍵影響是數據完全變了——之前信心差距與準確率反相關的核心發現不成立了。V2作為校準分析價值大幅下降，但作為PM pipeline驗證仍然成功。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Rebuild後最終數據。準確率全在95-99%，Brier很小，信心差距幾乎消失。V2作為校準分析價值不高，但PM pipeline驗證成功。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7/28花一週做系統性文獻調查。好消息是這個領域很熱，壞消息是很多基本想法已經被人做了。Think Just Enough已證明自評信心可做stopping signal；SelfBudgeter讓模型預估budget；Capability Calibration連結了校準和best-of-k配置。所以必須收斂題目，不能說「首次用confidence省token」。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新定位：不是「confidence能不能省token」，而是「confidence的校準品質是否決定配置效果」。Think Just Enough用raw confidence但沒校準。SelfBudgeter需訓練。Sonata需hidden states。最關鍵的是Capability Calibration配置sampling次數，我們配置的是single trajectory的reasoning length。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V3分階段設計，每個階段都有Go/No-Go標準。Phase 1確認API可以限制token。Phase 2就是今天重點。通過才進Phase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30題MATH-500，只取Level 3到5。兩個模型。Budget根據V2的自然token用量設定。用Ollama的num_predict真正限制生成上限，不是事後截斷。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主要結果。128兩個模型都是0%—題目夠難。256時最關鍵—DeepSeek 15% vs GPT 3%，差5倍。1024差距縮小到1.2倍。這呼應核心假設：校準品質在資源受限時差異最大。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分Level看。Level 4最有趣—DeepSeek在256時35% vs GPT 10%，但GPT在1024時45%反超。代表GPT需要更多token才發揮實力。Level 5太難，兩人都不夠。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30題中8題DeepSeek比GPT省token就答對，只有1題反過來。最誇張的是L4 Algebra—DeepSeek 256就答對，GPT要1024才答對，差4倍。還有一題L5 Algebra，DeepSeek 512答對，GPT連1024都做不到。這些差異不能用模型大小完全解釋。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每個條件跑2次看是否一致。128時0分歧（沒人答對）。256只有1分歧。結果可靠，特別是在我們最關心的低budget區間。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三件事確認。但兩個限制也清楚：只有兩個模型而且它們不只校準不同大小也不同。沒有信心收集還沒法驗證因果鏈。方向對了但還需要決定性實驗。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加上GPT-120B（中等校準、117B）和GLM-5.2（最好校準、756B）。如果GLM-5.2在低budget勝過DeepSeek而GPT-120B接近GPT-20B，那校準就是獨立解釋變數。如果只是模型大小排序，那就要調整方向。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五個問題想跟老師討論。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初步時間表。如果方向確定，希望趕IEEE Big Data。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LLM 校準 × Token Allocation × Process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B0"/>
                </a:solidFill>
              </a:defRPr>
            </a:pPr>
            <a:r>
              <a:t>從學姐 LCAE 到 V3 Budget Sensitivity Pilot 的研究進展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B80"/>
                </a:solidFill>
              </a:defRPr>
            </a:pPr>
            <a:r>
              <a:t>2026-08-28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1. 研究源起：從學姐 LCAE 框架出發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2. V1 Pilot：Process Mining 可行性驗證（7 月初）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3. V2 實驗：加入校準指標 + PM 分析（7 月中）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4. 7/28 Deep Research：方向收斂與競爭者分析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5. V3 Budget Sensitivity Pilot：最新結果（今天）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6. 下一步規劃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研究源起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學姐 LCAE 框架 → 我的研究問題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學姐論文：LCAE 框架 (Chen et al., IEEE IRI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階段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內容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關鍵發現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Stage 1 IRT 能力估計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Rasch Model：σ(θ_m−β_i)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模型能力與題目難度同一把尺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客觀計算答錯機率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Stage 2 自我評估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QOQ / IDS / DPR / Combined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四種情境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IDS（給難度訊號）最有效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改善校準不傷能力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Stage 3 模型選擇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LCAE 指標比較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自估 vs IRT 客觀估計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能力強 ≠ 自評準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提到 cost 關聯但未驗證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我的研究問題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學姐回答了：模型知道自己會不會嗎？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本研究：知道自己會不會 → 能否知道自己需要思考多久？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校準品質 → Token 分配效率？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核心假設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校準好的模型不一定總 token 更少，但分配更合理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簡單題少 token、困難題多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引入新工具：Process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將 LLM 的 CoT 文字轉成事件序列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原始 CoT：「先理解題意...路程120公里、時間2小時...速度=60 km/h」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→ understand → recall → calculate → verify → answer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每題變成一條軌跡 → 用 pm4py 分析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分析面向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▶ 流程發現（Petri Net、流程樹）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▶ 一致性檢查（跟參考模型比對）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▶ 熵分析 + 步驟類型頻率（不需參考模型）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V1 Pilot（7 月初）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GSM8K · 20 題 · 5 模型 · 無信心數據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設計與限制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面向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 題 GSM8K 小學數學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太簡單，準確率 95-100%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 個（含已退休 GLM-4.7）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信心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未收集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無法做校準分析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活動類型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 種（後增為 9 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PM 分析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 + conformance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可行但題目太簡單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發現與限制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✅ PM 能區分推理風格（三種風格跨 V1 V2 穩定出現）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直覺型（DeepSeek）：短軌跡、高 answer、無迴圈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系統型（GPT-120B）：calculate+reason 均衡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掙扎型（GPT-20B）：長軌跡、高 reason 佔比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❌ 三大限制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1. 題目太簡單（95-100%），零變異量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2. 無信心數據，無法分析校準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3. 8 種活動類型有時不夠細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→ V2：更難題目 + 信心收集 + 9 種活動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 V2 實驗（7 月中）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MMLU STEM + ARC · 100 題 · 4 模型 · 有校準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→ V2 改動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面向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 GSM8K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100（MMLU STEM 50 + ARC 50）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難度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簡單（95-100%）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中等（95-99%）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4（GLM-4.7 退休）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活動類型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9（新增 evaluate）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信心自評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無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多輪對話式（0-100%）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校準指標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Brier、信心差距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PM 分析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 + 熵 + JSD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V2 的關鍵轉折：Bug 修正與 Rebuild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7/14 初版 → 發現多個 bug → 7/24 完整 Rebuild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修正項目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Conformance：讀取不存在欄位 → alignment 全 0（已修正）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Levenshtein：(A,B) 和 (B,A) 分別抽樣 → 非對稱矩陣（已修正）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JSD：distance 被標成 divergence（已修正）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Confidence：只傳 response 沒傳 thinking（已修正）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環境：明文 API key → .env, 固定 Python 3.13 + uv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Rebuild 後數據完全不同！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準確率：56-98% → 95-99%（GPT-20B 從 56% 跳到 98%）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信心差距：+33~+81 → −0.8~+4.5（前一版核心發現被推翻）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V2 Rebuild 後最終數據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準確率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平均步數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信心差距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偏離數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16.8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+3.8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2885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−0.8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GPT-OSS-120B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13.0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+4.5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2275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GLM-5.2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−0.5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2893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4. 7/28 Deep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競爭者分析與方向收斂（1612 行報告）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哪些 Novelty 已不成立？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❌ 「首次用 confidence 控制 reasoning length」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→ Think Just Enough (EACL 2026)：自評信心可做 stopping signal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❌ 「首次讓模型預估 token budget」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→ SelfBudgeter (ACL 2026)：budget prediction + RL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❌ 「首次用 PM 分析 LLM reasoning」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→ Berti et al. 2025 (TechRxiv), PM4GRPO (arXiv 2025)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❌ 「校準好的模型用更少 token」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→ Capability Calibration (arXiv 2026)：calibration → best-of-k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⚠️ 但「Calibration → Reasoning Length Allocation」仍是空白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論文定位：收斂後的差異化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核心命題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現有研究假設 confidence 夠可靠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我們問：confidence 的校準品質本身，是否決定了配置效果？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差異化對比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Think Just Enough：raw confidence → 我們用 IRT 校準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SelfBudgeter：需 SFT+RL → 我們 training-free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Sonata：需 hidden states → 我們 black-box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Capability Calibration：配置 sampling 次數 → 我們配置 reasoning length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完整因果鏈：IRT→LCAE→Token Requirement 預測→動態分配→PM 診斷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V3 分階段實驗設計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Phase 1（✅ 已確認）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Ollama API num_predict 可確實限制 reasoning tokens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Phase 2（✅ 已完成，今天重點）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Budget Sensitivity Pilot：確認題目難度 + budget 敏感度存在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2 模型 × 30 題 × 4 budgets × 2 reps = 480 calls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Phase 3（下一步）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擴大題目 + 加入 confidence + 加至 4 模型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驗證校準品質與 token requirement 的因果關係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Phase 4-5（未來）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Signal Evaluation / Allocation Evaluation / PM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5. V3 Budget Sensitivity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MATH-500 · 30 題 · 2 模型 · 4 Budgets · 480 Calls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實驗設計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參數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30 題 MATH-500（L3-5 各 10）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Level 1-2 太簡單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GPT-OSS-20B, DeepSeek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校準好 vs 校準差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Budgets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128 / 256 / 512 / 1024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根據 V2 自然用量（平均 600-900）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複製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每條件 2 次 replicate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檢查 stochastic 波動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控制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Ollama num_predict, temp=0.0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真正事前限制非事後截斷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總量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480 次 API 呼叫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約 11 分鐘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主要結果（✅ Go）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 / 60 = 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 / 60 = 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 / 60 = 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 / 60 = 15.0%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5.0× 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12 / 60 = 20.0%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 / 60 = 33.3%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1.7×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19 / 60 = 31.7%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22 / 60 =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1.2×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依難度 Level 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關鍵觀察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L3 GPT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Level 3-4 有 budget sensitivity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L3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L4 GPT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 @1024 反超 DS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L4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DS @256 大幅領先 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L5 GPT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Level 5 太難，連 1024 都不夠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L5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DS 仍然贏一倍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逐題對決：誰更省 token？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DeepSeek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最低有效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GPT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最低有效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備註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L4 Algebra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省 4 倍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🏆 最誇張差距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L4 Prealgebra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省一半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穩定優勢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L4 Prealgebra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省一半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L3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省一半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簡單題也省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L5 Algebra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省一倍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難題照省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L3 Prealgebra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省一倍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L5 Algebra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永不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✅ DS 做到 GPT 做不到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L4 Number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永不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❌ 唯一 GPT 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結果可靠度：Replicate 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每條件跑 2 次 replicate，檢查一致性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Budget 128：30/30 完全一致（0 分歧）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Budget 256：29/30 完全一致（1 分歧）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Budget 512：28/30 完全一致（2 分歧）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Budget 1024：25/30 完全一致（5 分歧）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低 budget 結果極穩定 → 我們最關心的就是低 budget 差異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分歧僅 1 題（共 30 題），結果可靠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V3 Pilot 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✅ Budget sensitivity 確認存在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128→1024 穩定爬升，MATH-500 L3-5 難度剛好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✅ DeepSeek 在所有 budget 下優於 GPT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256 差距最大：15% vs 3%（5 倍）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1024 趨近：37% vs 32%（1.2 倍）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✅ 校準優勢在低 token 時最明顯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資源受限時差異擴大 → 論文核心論點有初步支持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⚠️ 限制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只有 2 模型 → 無法區分校準 vs 模型能力的 confound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無信心收集 → 還不能驗證因果鏈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6. 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Phase 3 決定性實驗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Phase 3 建議設計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參數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 個（+GPT-120B, +GLM-5.2）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區分校準 vs 能力 confound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60 題 MATH-500 L3+L4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剔除太難/太簡單的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Budgets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 個（256/512/1024）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剔除 128（0% 無資訊）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信心收集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加入多輪對話式自評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驗證校準品質與 requirement 的關係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複製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 次 replicate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提高高 budget 信度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總呼叫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4×60×3×3 = 2160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約 40-60 分鐘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給老師的問題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Q1: 方向確認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從校準品質 → token requirement 預測的因果鏈，老師覺得可行？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Q2: Phase 3 設計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4 模型 × 60 題 × 3 budgets + confidence 的規模合適？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Q3: 投稿目標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IEEE Big Data 2026（10 月截止）vs BPM/ICPM 2027？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Q4: 學姐資料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IRT 參數需要學姐的 benchmark response matrix，老師能協助？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Q5: 活動標註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規則式標註的可靠性還需人工驗證，priority 多高？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備註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8/28-9/4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Phase 3：4 模型 × 60 題 × 3 budgets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加入 confidence 收集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9/5-9/11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數據分析 + 圖表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確認因果鏈是否存在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9/12-9/26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Activity labeling 驗證 + PM 分析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人工標註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9/27-10月中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論文初稿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目標 IEEE Big Data 2026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謝謝老師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B0"/>
                </a:solidFill>
              </a:defRPr>
            </a:pPr>
            <a:r>
              <a:t>歡迎討論與指導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B80"/>
                </a:solidFill>
              </a:defRPr>
            </a:pPr>
            <a:r>
              <a:t>2026-08-28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