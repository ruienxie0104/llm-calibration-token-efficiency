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老師好，今天報告完整的研究歷程。從學姐 LCAE 框架出發，經過三階段實驗，到最新的 Phase 3 結果，以及論文定位。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學姐證明了 IRT 可以客觀估計模型能力與題目難度，IDS 能改善校準。但她提到 inference cost 有關聯卻未深入，這是我的切入點。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核心假設是校準品質決定 token 分配效率，特別是在資源受限情境下。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Process Mining 讓我可以看到推理的結構，不只是 token 總量。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確認 PM 能區分推理風格但題目太簡單。V2 加入信心收集和校準指標。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數據翻轉後 V2 作為校準分析價值下降，但 PM pipeline 驗證成功。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確認 budget sensitivity 存在，DeepSeek 全勝。但只有 2 模型無法區分校準 vs 能力 confound。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核心差異化：IRT 校準、training-free、black-box、配置 reasoning length、有 IDS 因果驗證。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DeepSeek 在低 budget 壓倒性領先（唯一 @256 有 acc）。GPT-120B 校準最好（LCAE=0.247）但低 budget 仍 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這是我們的重要發現：校準指標的選擇會影響模型排名。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不跑 IRT，光看信心差距就能粗略估計校準品質。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這是一個全新的應用場景。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Budget sweep 是我們原創的，不是別人的方法。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這是最核心的論文貢獻。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IDS 是跟學姐論文最直接的銜接，也是跟所有競爭者最明顯的差異化。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LLM 校準 × Token Allocation:</a:t>
            </a:r>
            <a:br/>
            <a:r>
              <a:t>從 LCAE 到 Budget Sensitivity 的完整研究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0A0B0"/>
                </a:solidFill>
              </a:defRPr>
            </a:pPr>
            <a:r>
              <a:t>2026-09-11 · 指導教授會議報告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報告大綱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1. 研究動機：從學姐 LCAE 框架出發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2. 實驗歷程：V1 → V2 → Rebuild → V3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3. 7/28 文獻調查：競爭者分析與方向收斂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4. Phase 3 核心結果：4320 次 API 呼叫的發現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5. 綜合分析：四個貢獻與雙維度框架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6. 下一步：IDS 因果實驗與論文投稿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6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研究動機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0D0E0"/>
                </a:solidFill>
              </a:defRPr>
            </a:pPr>
            <a:r>
              <a:t>從學姐 LCAE 框架到我的研究問題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學姐論文回顧 (Chen et al., IEEE IRI 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455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階段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內容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關鍵發現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IRT 能力估計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Rasch Model: σ(θ_m−β_i)</a:t>
                      </a:r>
                    </a:p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模型能力與題目難度同一尺度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客觀計算答錯機率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自我評估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四種情境: QOQ / IDS / DPR / Combined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IDS（給難度訊號）最有效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模型選擇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LCAE 指標比較自估 vs 客觀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能力強 ≠ 自評準</a:t>
                      </a:r>
                    </a:p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提及 cost 關聯但未驗證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我的研究問題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學姐回答了：模型知道自己會不會嗎？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本研究進一步問：知道自己會不會 → 能否知道自己需要思考多久？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核心假設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校準好的模型不一定總 token 更少，但分配更合理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簡單題少 token、困難題多 token → 低資源時準確率損失更小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引入 Process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把 Chain-of-Thought 切成活動序列，用 pm4py 分析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原始 CoT： 「先理解題意...速度=60 km/h...驗證...答案選B」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→ understand → calculate → verify → answer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分析面向：流程發現（Petri Net）/ 一致性檢查 / 熵分析 + JSD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6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實驗歷程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0D0E0"/>
                </a:solidFill>
              </a:defRPr>
            </a:pPr>
            <a:r>
              <a:t>V1 → V2 → V2 Rebuild → V3 Phase 2 → B+C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V1 → V2 改動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455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面向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V1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V2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題目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 GSM8K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100 (MMLU STEM + ARC)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4（GLM-4.7 退休）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信心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無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多輪對話式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校準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Brier, 信心差距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PM 分析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Petri net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Petri net + 熵 + JSD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V2 Rebuild 轉折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執行後發現多個 bug → 完整 rebuild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修正項目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Conformance：讀取不存在欄位（修正）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Levenshtein：(A,B) 和 (B,A) 分別抽樣（修正）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JSD：distance 被標成 divergence（修正）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Confidence：只傳 response 沒傳 thinking（修正）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Rebuild 後數據完全不同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GPT-20B 從 56% 跳到 98%，前一版核心發現被推翻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但 PM pipeline 驗證成功，暴露了後續可避免的問題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V3 Phase 2 Pilot (480 calls)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455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GPT-OSS-20B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差距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5.0×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20.0%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33.3%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1.7×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31.7%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36.7%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1.2×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6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文獻調查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0D0E0"/>
                </a:solidFill>
              </a:defRPr>
            </a:pPr>
            <a:r>
              <a:t>7/28 Deep Research — 競爭者分析與定位收斂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競爭者分析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455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競爭者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已證明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我們可差異化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Think Just Enough (EACL 2026)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confidence → stopping signal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信心未校準 → 我們比較 raw vs calibrated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SelfBudgeter (ACL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預估 budget + 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需 training → 我們 training-free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Capability Cal. (arXiv 2026)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校準→best-of-k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配置 sampling 次數 → 我們配置 reasoning length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Sonata (ICLR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hidden-state adapter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需 hidden states → 我們 black-box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6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Phase 3 核心結果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0D0E0"/>
                </a:solidFill>
              </a:defRPr>
            </a:pPr>
            <a:r>
              <a:t>4 模型 × 60 題 × 3 budgets × 3 reps = 4320 calls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Budget Sensitivity (完整 4 模型)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455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@256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@512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@1024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能力 θ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LCAE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GPT-OSS-20B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19.4%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48.3%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−0.086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0.341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GPT-OSS-120B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+0.003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0.247 🏆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18.3% 🏆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49.4% 🏆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66.1% 🏆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+0.649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0.303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GLM-5.2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36.7%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−0.566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0.438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Brier vs LCAE — 兩種校準指標排名不同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Brier 看：DeepSeek 校準最好（0.284），GPT-120B 第二（0.320）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LCAE 看：GPT-120B 校準最好（0.247），DeepSeek 第二（0.303）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→ 選擇哪個指標，會影響你對「哪個模型最可靠」的判斷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→ LCAE 考慮了題目難度和模型能力，捕捉到 Brier 看不到的訊息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信心差距 — 誰知道自己錯了？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@1024 時的信心數據：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GPT-120B：答對 96% / 答錯 71% → 差距 +25.5（最有自知之明 🏆）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DeepSeek：答對 100% / 答錯 84% → 差距 +15.5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GPT-20B： 答對 98% / 答錯 90% → 差距 +7.3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GLM-5.2： 答對 100% / 答錯 96% → 差距 +3.4（最沒自覺）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→ 信心差距排序與 LCAE 一致 → 可以做為簡單代理指標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6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綜合分析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0D0E0"/>
                </a:solidFill>
              </a:defRPr>
            </a:pPr>
            <a:r>
              <a:t>四個貢獻與雙維度框架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貢獻一：新的研究問題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別人問的：信心校不校準？（Brier / LCAE）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我們問的：校準品質能不能預測 token 分配效率？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Brier、ECE、LCAE 都是在量「模型知不知道自己的實力」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但從來沒有人問：知道自己會不會 → 能不能知道自己需要想多久？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貢獻二：新的實驗設計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Controlled Budget Sweep — 我們原創的方法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讓同一個模型用不同的 token 預算回答同一題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看誰的準確率損失最少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跟所有競爭者都不同：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Think Just Enough：推理中問信心 → 決定要不要繼續想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SelfBudgeter：訓練模型預估 token 預算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我們的 budget sweep：先固定預算 → 比較誰表現更好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貢獻三與貢獻四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貢獻三：新的發現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發現 A：能力 θ 和校準 LCAE 是獨立維度，對低資源表現影響不同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發現 B：Brier vs LCAE 排名不同 → 選擇指標影響模型判斷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發現 C：信心差距可做為 just-in-time 校準代理指標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發現 D：四種模型的 budget sensitivity 曲線（全新實證數據）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貢獻四：雙維度整合框架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「校準品質 × 推理效率 = 資源受限表現」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過去分開研究 → 我們第一個系統性整合證明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6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0D0E0"/>
                </a:solidFill>
              </a:defRPr>
            </a:pPr>
            <a:r>
              <a:t>IDS 因果實驗 + 論文投稿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下一步規劃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IDS Intervention（最重要的下一步）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目前所有結果是 correlational，不能說「改善校準就能改善表現」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IDS 可以做 causal 實驗：同一模型、同一題、有 IDS vs 無 IDS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如果 IDS 改善 LCAE → 同時改善 token 分配 → 因果鏈成立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論文投稿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目標 IEEE Big Data 2026（10 月截止）或 BPM/ICPM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其他待完成</a:t>
            </a:r>
          </a:p>
          <a:p>
            <a:pPr lvl="1">
              <a:spcAft>
                <a:spcPts val="400"/>
              </a:spcAft>
              <a:defRPr sz="1400">
                <a:solidFill>
                  <a:srgbClr val="6B6B80"/>
                </a:solidFill>
              </a:defRPr>
            </a:pPr>
            <a:r>
              <a:t>  Activity labeling 人工驗證、PM 機制分析（entropy/JSD）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謝謝老師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0A0B0"/>
                </a:solidFill>
              </a:defRPr>
            </a:pPr>
            <a:r>
              <a:t>歡迎討論與指導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